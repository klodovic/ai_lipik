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99" r:id="rId1"/>
  </p:sldMasterIdLst>
  <p:notesMasterIdLst>
    <p:notesMasterId r:id="rId10"/>
  </p:notesMasterIdLst>
  <p:sldIdLst>
    <p:sldId id="541" r:id="rId2"/>
    <p:sldId id="618" r:id="rId3"/>
    <p:sldId id="623" r:id="rId4"/>
    <p:sldId id="629" r:id="rId5"/>
    <p:sldId id="625" r:id="rId6"/>
    <p:sldId id="456" r:id="rId7"/>
    <p:sldId id="626" r:id="rId8"/>
    <p:sldId id="628" r:id="rId9"/>
  </p:sldIdLst>
  <p:sldSz cx="18288000" cy="10288588"/>
  <p:notesSz cx="6858000" cy="9144000"/>
  <p:defaultTextStyle>
    <a:defPPr>
      <a:defRPr lang="en-US"/>
    </a:defPPr>
    <a:lvl1pPr marL="0" algn="l" defTabSz="1371495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748" algn="l" defTabSz="1371495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495" algn="l" defTabSz="1371495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243" algn="l" defTabSz="1371495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2990" algn="l" defTabSz="1371495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8738" algn="l" defTabSz="1371495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485" algn="l" defTabSz="1371495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233" algn="l" defTabSz="1371495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5980" algn="l" defTabSz="1371495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ject" id="{408DF944-F53D-402D-A995-6924AFFE11F8}">
          <p14:sldIdLst>
            <p14:sldId id="541"/>
            <p14:sldId id="618"/>
            <p14:sldId id="623"/>
            <p14:sldId id="629"/>
            <p14:sldId id="625"/>
            <p14:sldId id="456"/>
            <p14:sldId id="626"/>
            <p14:sldId id="628"/>
          </p14:sldIdLst>
        </p14:section>
      </p14:sectionLst>
    </p:ext>
    <p:ext uri="{EFAFB233-063F-42B5-8137-9DF3F51BA10A}">
      <p15:sldGuideLst xmlns:p15="http://schemas.microsoft.com/office/powerpoint/2012/main">
        <p15:guide id="5" orient="horz" pos="3241" userDrawn="1">
          <p15:clr>
            <a:srgbClr val="A4A3A4"/>
          </p15:clr>
        </p15:guide>
        <p15:guide id="6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B83C"/>
    <a:srgbClr val="99B815"/>
    <a:srgbClr val="E5E5E5"/>
    <a:srgbClr val="000000"/>
    <a:srgbClr val="8A8A92"/>
    <a:srgbClr val="DADAE2"/>
    <a:srgbClr val="EDEDF3"/>
    <a:srgbClr val="FDFDFD"/>
    <a:srgbClr val="7A7A84"/>
    <a:srgbClr val="8A8A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1EBBBCC-DAD2-459C-BE2E-F6DE35CF9A28}" styleName="Темный стиль 2 — акцент 3/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46" autoAdjust="0"/>
    <p:restoredTop sz="94705" autoAdjust="0"/>
  </p:normalViewPr>
  <p:slideViewPr>
    <p:cSldViewPr snapToGrid="0">
      <p:cViewPr>
        <p:scale>
          <a:sx n="70" d="100"/>
          <a:sy n="70" d="100"/>
        </p:scale>
        <p:origin x="1584" y="1134"/>
      </p:cViewPr>
      <p:guideLst>
        <p:guide orient="horz" pos="3241"/>
        <p:guide pos="5760"/>
      </p:guideLst>
    </p:cSldViewPr>
  </p:slideViewPr>
  <p:notesTextViewPr>
    <p:cViewPr>
      <p:scale>
        <a:sx n="3" d="2"/>
        <a:sy n="3" d="2"/>
      </p:scale>
      <p:origin x="-6" y="-1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47CBD8-C25E-4C6D-A27C-C0D7D61F362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EFD187-7D74-4BFC-B925-AD91EFADB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825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7149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685748" algn="l" defTabSz="137149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1371495" algn="l" defTabSz="137149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2057243" algn="l" defTabSz="137149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2742990" algn="l" defTabSz="137149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3428738" algn="l" defTabSz="137149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4114485" algn="l" defTabSz="137149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4800233" algn="l" defTabSz="137149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5485980" algn="l" defTabSz="137149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EFD187-7D74-4BFC-B925-AD91EFADB35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336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_0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16379376" y="662090"/>
            <a:ext cx="1055214" cy="366769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r">
              <a:defRPr sz="1204" b="1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Oval 1"/>
          <p:cNvSpPr/>
          <p:nvPr/>
        </p:nvSpPr>
        <p:spPr>
          <a:xfrm>
            <a:off x="4708690" y="3811373"/>
            <a:ext cx="2997725" cy="2982409"/>
          </a:xfrm>
          <a:prstGeom prst="ellipse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8" name="Oval 7"/>
          <p:cNvSpPr/>
          <p:nvPr/>
        </p:nvSpPr>
        <p:spPr>
          <a:xfrm>
            <a:off x="14009852" y="4902678"/>
            <a:ext cx="803906" cy="799799"/>
          </a:xfrm>
          <a:prstGeom prst="ellipse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9" name="Oval 8"/>
          <p:cNvSpPr/>
          <p:nvPr/>
        </p:nvSpPr>
        <p:spPr>
          <a:xfrm>
            <a:off x="2290152" y="5144294"/>
            <a:ext cx="159096" cy="158283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7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1143000" y="2969903"/>
            <a:ext cx="16002000" cy="4454852"/>
          </a:xfrm>
          <a:effectLst/>
        </p:spPr>
        <p:txBody>
          <a:bodyPr tIns="0" bIns="91440" anchor="ctr" anchorCtr="0"/>
          <a:lstStyle>
            <a:lvl1pPr algn="ctr">
              <a:lnSpc>
                <a:spcPct val="150000"/>
              </a:lnSpc>
              <a:defRPr sz="17250" kern="3000" spc="3000" baseline="0"/>
            </a:lvl1pPr>
          </a:lstStyle>
          <a:p>
            <a:r>
              <a:rPr lang="en-US" dirty="0"/>
              <a:t>TITLE HERE</a:t>
            </a:r>
          </a:p>
        </p:txBody>
      </p:sp>
      <p:sp>
        <p:nvSpPr>
          <p:cNvPr id="10" name="Oval 9"/>
          <p:cNvSpPr/>
          <p:nvPr/>
        </p:nvSpPr>
        <p:spPr>
          <a:xfrm>
            <a:off x="4680114" y="1679481"/>
            <a:ext cx="7124307" cy="7087910"/>
          </a:xfrm>
          <a:prstGeom prst="ellipse">
            <a:avLst/>
          </a:prstGeom>
          <a:noFill/>
          <a:ln w="3175">
            <a:solidFill>
              <a:schemeClr val="tx1">
                <a:alpha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12" name="Oval 11"/>
          <p:cNvSpPr/>
          <p:nvPr/>
        </p:nvSpPr>
        <p:spPr>
          <a:xfrm>
            <a:off x="2290153" y="2503032"/>
            <a:ext cx="5416262" cy="5388590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13" name="Текст 7"/>
          <p:cNvSpPr>
            <a:spLocks noGrp="1"/>
          </p:cNvSpPr>
          <p:nvPr>
            <p:ph type="body" sz="quarter" idx="39" hasCustomPrompt="1"/>
          </p:nvPr>
        </p:nvSpPr>
        <p:spPr>
          <a:xfrm>
            <a:off x="6899484" y="2656396"/>
            <a:ext cx="4489032" cy="1001613"/>
          </a:xfrm>
        </p:spPr>
        <p:txBody>
          <a:bodyPr tIns="73152" anchor="b">
            <a:noAutofit/>
          </a:bodyPr>
          <a:lstStyle>
            <a:lvl1pPr algn="ctr">
              <a:lnSpc>
                <a:spcPct val="145000"/>
              </a:lnSpc>
              <a:spcBef>
                <a:spcPts val="0"/>
              </a:spcBef>
              <a:defRPr sz="1500" b="0" baseline="0">
                <a:solidFill>
                  <a:schemeClr val="tx1">
                    <a:alpha val="80000"/>
                  </a:schemeClr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Write text here</a:t>
            </a:r>
          </a:p>
        </p:txBody>
      </p:sp>
      <p:sp>
        <p:nvSpPr>
          <p:cNvPr id="14" name="Текст 7"/>
          <p:cNvSpPr>
            <a:spLocks noGrp="1"/>
          </p:cNvSpPr>
          <p:nvPr>
            <p:ph type="body" sz="quarter" idx="40" hasCustomPrompt="1"/>
          </p:nvPr>
        </p:nvSpPr>
        <p:spPr>
          <a:xfrm>
            <a:off x="6899484" y="6480276"/>
            <a:ext cx="4489032" cy="1564710"/>
          </a:xfrm>
        </p:spPr>
        <p:txBody>
          <a:bodyPr tIns="73152" anchor="t">
            <a:noAutofit/>
          </a:bodyPr>
          <a:lstStyle>
            <a:lvl1pPr algn="ctr">
              <a:lnSpc>
                <a:spcPct val="145000"/>
              </a:lnSpc>
              <a:spcBef>
                <a:spcPts val="0"/>
              </a:spcBef>
              <a:defRPr sz="1500" b="1" baseline="0">
                <a:solidFill>
                  <a:schemeClr val="tx1">
                    <a:alpha val="80000"/>
                  </a:schemeClr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Write text here</a:t>
            </a:r>
          </a:p>
        </p:txBody>
      </p:sp>
      <p:sp>
        <p:nvSpPr>
          <p:cNvPr id="17" name="Oval 16"/>
          <p:cNvSpPr/>
          <p:nvPr userDrawn="1"/>
        </p:nvSpPr>
        <p:spPr>
          <a:xfrm>
            <a:off x="2290152" y="5144294"/>
            <a:ext cx="159096" cy="158283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</p:spTree>
    <p:extLst>
      <p:ext uri="{BB962C8B-B14F-4D97-AF65-F5344CB8AC3E}">
        <p14:creationId xmlns:p14="http://schemas.microsoft.com/office/powerpoint/2010/main" val="3829108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80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300"/>
                        <p:tgtEl>
                          <p:spTgt spid="14"/>
                        </p:tgtEl>
                      </p:cBhvr>
                    </p:animEffect>
                    <p:anim calcmode="lin" valueType="num">
                      <p:cBhvr>
                        <p:cTn dur="3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out_0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/>
          <p:cNvSpPr>
            <a:spLocks noGrp="1"/>
          </p:cNvSpPr>
          <p:nvPr>
            <p:ph type="pic" sz="quarter" idx="13" hasCustomPrompt="1"/>
          </p:nvPr>
        </p:nvSpPr>
        <p:spPr>
          <a:xfrm>
            <a:off x="8142142" y="0"/>
            <a:ext cx="10145861" cy="10288588"/>
          </a:xfrm>
          <a:custGeom>
            <a:avLst/>
            <a:gdLst>
              <a:gd name="connsiteX0" fmla="*/ 1 w 6763907"/>
              <a:gd name="connsiteY0" fmla="*/ 0 h 6858000"/>
              <a:gd name="connsiteX1" fmla="*/ 6763907 w 6763907"/>
              <a:gd name="connsiteY1" fmla="*/ 0 h 6858000"/>
              <a:gd name="connsiteX2" fmla="*/ 6763907 w 6763907"/>
              <a:gd name="connsiteY2" fmla="*/ 6858000 h 6858000"/>
              <a:gd name="connsiteX3" fmla="*/ 0 w 6763907"/>
              <a:gd name="connsiteY3" fmla="*/ 6858000 h 6858000"/>
              <a:gd name="connsiteX4" fmla="*/ 154196 w 6763907"/>
              <a:gd name="connsiteY4" fmla="*/ 6697120 h 6858000"/>
              <a:gd name="connsiteX5" fmla="*/ 1423557 w 6763907"/>
              <a:gd name="connsiteY5" fmla="*/ 3429000 h 6858000"/>
              <a:gd name="connsiteX6" fmla="*/ 154196 w 6763907"/>
              <a:gd name="connsiteY6" fmla="*/ 16088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63907" h="6858000">
                <a:moveTo>
                  <a:pt x="1" y="0"/>
                </a:moveTo>
                <a:lnTo>
                  <a:pt x="6763907" y="0"/>
                </a:lnTo>
                <a:lnTo>
                  <a:pt x="6763907" y="6858000"/>
                </a:lnTo>
                <a:lnTo>
                  <a:pt x="0" y="6858000"/>
                </a:lnTo>
                <a:lnTo>
                  <a:pt x="154196" y="6697120"/>
                </a:lnTo>
                <a:cubicBezTo>
                  <a:pt x="942872" y="5833950"/>
                  <a:pt x="1423557" y="4687315"/>
                  <a:pt x="1423557" y="3429000"/>
                </a:cubicBezTo>
                <a:cubicBezTo>
                  <a:pt x="1423557" y="2170685"/>
                  <a:pt x="942872" y="1024050"/>
                  <a:pt x="154196" y="160880"/>
                </a:cubicBezTo>
                <a:close/>
              </a:path>
            </a:pathLst>
          </a:custGeom>
          <a:solidFill>
            <a:schemeClr val="tx1">
              <a:alpha val="10000"/>
            </a:schemeClr>
          </a:solidFill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defRPr sz="165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Drag and drop </a:t>
            </a:r>
          </a:p>
          <a:p>
            <a:r>
              <a:rPr lang="en-US" dirty="0"/>
              <a:t>image here</a:t>
            </a:r>
          </a:p>
        </p:txBody>
      </p:sp>
      <p:sp>
        <p:nvSpPr>
          <p:cNvPr id="15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16393230" y="662090"/>
            <a:ext cx="1055214" cy="366769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r">
              <a:defRPr sz="1204" b="1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Oval 22"/>
          <p:cNvSpPr/>
          <p:nvPr/>
        </p:nvSpPr>
        <p:spPr>
          <a:xfrm>
            <a:off x="-619481" y="1139789"/>
            <a:ext cx="8368323" cy="8325570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66" name="Oval 65"/>
          <p:cNvSpPr/>
          <p:nvPr/>
        </p:nvSpPr>
        <p:spPr>
          <a:xfrm>
            <a:off x="5892627" y="8619366"/>
            <a:ext cx="159096" cy="158283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28" name="Текст 7"/>
          <p:cNvSpPr>
            <a:spLocks noGrp="1"/>
          </p:cNvSpPr>
          <p:nvPr>
            <p:ph type="body" sz="quarter" idx="39" hasCustomPrompt="1"/>
          </p:nvPr>
        </p:nvSpPr>
        <p:spPr>
          <a:xfrm>
            <a:off x="2286000" y="5029268"/>
            <a:ext cx="6858000" cy="3748383"/>
          </a:xfrm>
        </p:spPr>
        <p:txBody>
          <a:bodyPr tIns="73152">
            <a:noAutofit/>
          </a:bodyPr>
          <a:lstStyle>
            <a:lvl1pPr algn="l">
              <a:lnSpc>
                <a:spcPct val="145000"/>
              </a:lnSpc>
              <a:spcBef>
                <a:spcPts val="0"/>
              </a:spcBef>
              <a:defRPr lang="en-US" sz="1650" b="0" i="0" baseline="0" smtClean="0">
                <a:effectLst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r>
              <a:rPr lang="en-US" dirty="0" err="1"/>
              <a:t>Behaviour</a:t>
            </a:r>
            <a:r>
              <a:rPr lang="en-US" dirty="0"/>
              <a:t> we improving at something to. Evil true high lady roof men had open. To projection considered it precaution an melancholy or. Wound young you thing worse along being ham. 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</a:t>
            </a:r>
            <a:endParaRPr lang="en-US" dirty="0"/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</a:t>
            </a:r>
            <a:endParaRPr lang="en-US" dirty="0"/>
          </a:p>
        </p:txBody>
      </p:sp>
      <p:sp>
        <p:nvSpPr>
          <p:cNvPr id="29" name="Текст 7"/>
          <p:cNvSpPr>
            <a:spLocks noGrp="1"/>
          </p:cNvSpPr>
          <p:nvPr>
            <p:ph type="body" sz="quarter" idx="70" hasCustomPrompt="1"/>
          </p:nvPr>
        </p:nvSpPr>
        <p:spPr>
          <a:xfrm>
            <a:off x="2303859" y="2686465"/>
            <a:ext cx="6840141" cy="2342802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SUBTITLE WRITE HERE</a:t>
            </a:r>
          </a:p>
        </p:txBody>
      </p:sp>
      <p:sp>
        <p:nvSpPr>
          <p:cNvPr id="35" name="Oval 34"/>
          <p:cNvSpPr/>
          <p:nvPr/>
        </p:nvSpPr>
        <p:spPr>
          <a:xfrm>
            <a:off x="2286000" y="2719638"/>
            <a:ext cx="366765" cy="36489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9" name="Текст 7"/>
          <p:cNvSpPr>
            <a:spLocks noGrp="1"/>
          </p:cNvSpPr>
          <p:nvPr>
            <p:ph type="body" sz="quarter" idx="98" hasCustomPrompt="1"/>
          </p:nvPr>
        </p:nvSpPr>
        <p:spPr>
          <a:xfrm rot="16200000">
            <a:off x="-2255390" y="4380078"/>
            <a:ext cx="6211260" cy="956840"/>
          </a:xfrm>
        </p:spPr>
        <p:txBody>
          <a:bodyPr tIns="0" bIns="0" anchor="ctr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600" b="0" baseline="0">
                <a:solidFill>
                  <a:schemeClr val="tx1"/>
                </a:solidFill>
                <a:latin typeface="+mj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850239" y="8307097"/>
            <a:ext cx="0" cy="1981492"/>
          </a:xfrm>
          <a:prstGeom prst="line">
            <a:avLst/>
          </a:prstGeom>
          <a:ln w="19050">
            <a:solidFill>
              <a:schemeClr val="tx1">
                <a:alpha val="7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8769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 isContent="1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2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" dur="800" fill="hold"/>
                                            <p:tgtEl>
                                              <p:spTgt spid="2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" dur="800" fill="hold"/>
                                            <p:tgtEl>
                                              <p:spTgt spid="2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500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" fill="hold">
                          <p:stCondLst>
                            <p:cond delay="indefinite"/>
                          </p:stCondLst>
                          <p:childTnLst>
                            <p:par>
                              <p:cTn id="1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" presetID="10" presetClass="entr" presetSubtype="0" fill="hold" grpId="0" nodeType="click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500"/>
                                            <p:tgtEl>
                                              <p:spTgt spid="28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8" grpId="0" build="p">
            <p:tmplLst>
              <p:tmpl lvl="1">
                <p:tnLst>
                  <p:par>
                    <p:cTn presetID="10" presetClass="entr" presetSubtype="0" fill="hold" nodeType="clickEffect">
                      <p:stCondLst>
                        <p:cond delay="4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0" build="p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2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800" fill="hold"/>
                                            <p:tgtEl>
                                              <p:spTgt spid="2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800" fill="hold"/>
                                            <p:tgtEl>
                                              <p:spTgt spid="2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500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" fill="hold">
                          <p:stCondLst>
                            <p:cond delay="indefinite"/>
                          </p:stCondLst>
                          <p:childTnLst>
                            <p:par>
                              <p:cTn id="1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" presetID="10" presetClass="entr" presetSubtype="0" fill="hold" grpId="0" nodeType="click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500"/>
                                            <p:tgtEl>
                                              <p:spTgt spid="28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8" grpId="0" build="p">
            <p:tmplLst>
              <p:tmpl lvl="1">
                <p:tnLst>
                  <p:par>
                    <p:cTn presetID="10" presetClass="entr" presetSubtype="0" fill="hold" nodeType="clickEffect">
                      <p:stCondLst>
                        <p:cond delay="4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0" build="p"/>
        </p:bldLst>
      </p:timing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out_0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/>
          <p:cNvSpPr/>
          <p:nvPr/>
        </p:nvSpPr>
        <p:spPr>
          <a:xfrm>
            <a:off x="14363701" y="1798922"/>
            <a:ext cx="7043291" cy="7007307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12" name="Oval 11"/>
          <p:cNvSpPr/>
          <p:nvPr/>
        </p:nvSpPr>
        <p:spPr>
          <a:xfrm>
            <a:off x="2229341" y="8508436"/>
            <a:ext cx="159096" cy="158283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13" name="Oval 12"/>
          <p:cNvSpPr/>
          <p:nvPr/>
        </p:nvSpPr>
        <p:spPr>
          <a:xfrm>
            <a:off x="2835942" y="2921964"/>
            <a:ext cx="366765" cy="36489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14" name="Oval 13"/>
          <p:cNvSpPr/>
          <p:nvPr/>
        </p:nvSpPr>
        <p:spPr>
          <a:xfrm>
            <a:off x="546408" y="1028859"/>
            <a:ext cx="8368323" cy="8325570"/>
          </a:xfrm>
          <a:prstGeom prst="ellipse">
            <a:avLst/>
          </a:prstGeom>
          <a:noFill/>
          <a:ln w="3175">
            <a:solidFill>
              <a:schemeClr val="tx1">
                <a:alpha val="10000"/>
              </a:scheme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15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16393230" y="662090"/>
            <a:ext cx="1055214" cy="366769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r">
              <a:defRPr sz="1204" b="1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9" name="Oval 48"/>
          <p:cNvSpPr/>
          <p:nvPr/>
        </p:nvSpPr>
        <p:spPr>
          <a:xfrm>
            <a:off x="14745789" y="5073744"/>
            <a:ext cx="159096" cy="158283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50" name="Oval 49"/>
          <p:cNvSpPr/>
          <p:nvPr/>
        </p:nvSpPr>
        <p:spPr>
          <a:xfrm>
            <a:off x="7965078" y="1001981"/>
            <a:ext cx="366765" cy="36489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51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4607720" y="2445725"/>
            <a:ext cx="9072563" cy="5572606"/>
          </a:xfrm>
        </p:spPr>
        <p:txBody>
          <a:bodyPr tIns="0" bIns="91440" anchor="ctr" anchorCtr="0"/>
          <a:lstStyle>
            <a:lvl1pPr algn="ctr">
              <a:lnSpc>
                <a:spcPct val="10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HERE</a:t>
            </a:r>
          </a:p>
        </p:txBody>
      </p:sp>
      <p:sp>
        <p:nvSpPr>
          <p:cNvPr id="52" name="Текст 7"/>
          <p:cNvSpPr>
            <a:spLocks noGrp="1"/>
          </p:cNvSpPr>
          <p:nvPr>
            <p:ph type="body" sz="quarter" idx="40" hasCustomPrompt="1"/>
          </p:nvPr>
        </p:nvSpPr>
        <p:spPr>
          <a:xfrm>
            <a:off x="6307931" y="1684758"/>
            <a:ext cx="5672138" cy="727239"/>
          </a:xfrm>
        </p:spPr>
        <p:txBody>
          <a:bodyPr tIns="73152" anchor="t">
            <a:noAutofit/>
          </a:bodyPr>
          <a:lstStyle>
            <a:lvl1pPr algn="ctr">
              <a:lnSpc>
                <a:spcPct val="145000"/>
              </a:lnSpc>
              <a:spcBef>
                <a:spcPts val="0"/>
              </a:spcBef>
              <a:defRPr sz="1500" b="1" baseline="0">
                <a:solidFill>
                  <a:schemeClr val="tx1">
                    <a:alpha val="80000"/>
                  </a:schemeClr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Write text here</a:t>
            </a:r>
          </a:p>
        </p:txBody>
      </p:sp>
      <p:sp>
        <p:nvSpPr>
          <p:cNvPr id="54" name="Oval 53"/>
          <p:cNvSpPr/>
          <p:nvPr/>
        </p:nvSpPr>
        <p:spPr>
          <a:xfrm>
            <a:off x="12551887" y="-2293686"/>
            <a:ext cx="2997725" cy="2982409"/>
          </a:xfrm>
          <a:prstGeom prst="ellipse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56" hasCustomPrompt="1"/>
          </p:nvPr>
        </p:nvSpPr>
        <p:spPr>
          <a:xfrm>
            <a:off x="2" y="-2369"/>
            <a:ext cx="5725043" cy="10288588"/>
          </a:xfrm>
          <a:custGeom>
            <a:avLst/>
            <a:gdLst>
              <a:gd name="connsiteX0" fmla="*/ 0 w 3816695"/>
              <a:gd name="connsiteY0" fmla="*/ 0 h 6858000"/>
              <a:gd name="connsiteX1" fmla="*/ 1779016 w 3816695"/>
              <a:gd name="connsiteY1" fmla="*/ 0 h 6858000"/>
              <a:gd name="connsiteX2" fmla="*/ 2081372 w 3816695"/>
              <a:gd name="connsiteY2" fmla="*/ 182719 h 6858000"/>
              <a:gd name="connsiteX3" fmla="*/ 3816695 w 3816695"/>
              <a:gd name="connsiteY3" fmla="*/ 3429297 h 6858000"/>
              <a:gd name="connsiteX4" fmla="*/ 2081372 w 3816695"/>
              <a:gd name="connsiteY4" fmla="*/ 6675876 h 6858000"/>
              <a:gd name="connsiteX5" fmla="*/ 1779999 w 3816695"/>
              <a:gd name="connsiteY5" fmla="*/ 6858000 h 6858000"/>
              <a:gd name="connsiteX6" fmla="*/ 0 w 381669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16695" h="6858000">
                <a:moveTo>
                  <a:pt x="0" y="0"/>
                </a:moveTo>
                <a:lnTo>
                  <a:pt x="1779016" y="0"/>
                </a:lnTo>
                <a:lnTo>
                  <a:pt x="2081372" y="182719"/>
                </a:lnTo>
                <a:cubicBezTo>
                  <a:pt x="3128342" y="886316"/>
                  <a:pt x="3816695" y="2077842"/>
                  <a:pt x="3816695" y="3429297"/>
                </a:cubicBezTo>
                <a:cubicBezTo>
                  <a:pt x="3816695" y="4780752"/>
                  <a:pt x="3128342" y="5972279"/>
                  <a:pt x="2081372" y="6675876"/>
                </a:cubicBezTo>
                <a:lnTo>
                  <a:pt x="17799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defRPr sz="165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Drag and drop </a:t>
            </a:r>
          </a:p>
          <a:p>
            <a:r>
              <a:rPr lang="en-US" dirty="0"/>
              <a:t>image here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87" hasCustomPrompt="1"/>
          </p:nvPr>
        </p:nvSpPr>
        <p:spPr>
          <a:xfrm>
            <a:off x="16505918" y="3065574"/>
            <a:ext cx="1782081" cy="4152702"/>
          </a:xfrm>
          <a:custGeom>
            <a:avLst/>
            <a:gdLst>
              <a:gd name="connsiteX0" fmla="*/ 1549799 w 1549799"/>
              <a:gd name="connsiteY0" fmla="*/ 0 h 3610868"/>
              <a:gd name="connsiteX1" fmla="*/ 1549799 w 1549799"/>
              <a:gd name="connsiteY1" fmla="*/ 3610868 h 3610868"/>
              <a:gd name="connsiteX2" fmla="*/ 1469233 w 1549799"/>
              <a:gd name="connsiteY2" fmla="*/ 3598637 h 3610868"/>
              <a:gd name="connsiteX3" fmla="*/ 0 w 1549799"/>
              <a:gd name="connsiteY3" fmla="*/ 1805434 h 3610868"/>
              <a:gd name="connsiteX4" fmla="*/ 1469233 w 1549799"/>
              <a:gd name="connsiteY4" fmla="*/ 12231 h 3610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9799" h="3610868">
                <a:moveTo>
                  <a:pt x="1549799" y="0"/>
                </a:moveTo>
                <a:lnTo>
                  <a:pt x="1549799" y="3610868"/>
                </a:lnTo>
                <a:lnTo>
                  <a:pt x="1469233" y="3598637"/>
                </a:lnTo>
                <a:cubicBezTo>
                  <a:pt x="630743" y="3427960"/>
                  <a:pt x="0" y="2689969"/>
                  <a:pt x="0" y="1805434"/>
                </a:cubicBezTo>
                <a:cubicBezTo>
                  <a:pt x="0" y="920900"/>
                  <a:pt x="630743" y="182908"/>
                  <a:pt x="1469233" y="12231"/>
                </a:cubicBezTo>
                <a:close/>
              </a:path>
            </a:pathLst>
          </a:custGeom>
          <a:solidFill>
            <a:schemeClr val="tx1">
              <a:alpha val="10000"/>
            </a:schemeClr>
          </a:solidFill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defRPr sz="165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Drag and drop </a:t>
            </a:r>
          </a:p>
          <a:p>
            <a:r>
              <a:rPr lang="en-US" dirty="0"/>
              <a:t>image here</a:t>
            </a:r>
          </a:p>
        </p:txBody>
      </p:sp>
    </p:spTree>
    <p:extLst>
      <p:ext uri="{BB962C8B-B14F-4D97-AF65-F5344CB8AC3E}">
        <p14:creationId xmlns:p14="http://schemas.microsoft.com/office/powerpoint/2010/main" val="887566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 isContent="1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_0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Oval 46"/>
          <p:cNvSpPr/>
          <p:nvPr/>
        </p:nvSpPr>
        <p:spPr>
          <a:xfrm>
            <a:off x="14363701" y="1798922"/>
            <a:ext cx="7043291" cy="7007307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48" name="Oval 47"/>
          <p:cNvSpPr/>
          <p:nvPr/>
        </p:nvSpPr>
        <p:spPr>
          <a:xfrm>
            <a:off x="-619481" y="1139789"/>
            <a:ext cx="8368323" cy="8325570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49" name="Oval 48"/>
          <p:cNvSpPr/>
          <p:nvPr/>
        </p:nvSpPr>
        <p:spPr>
          <a:xfrm>
            <a:off x="1063452" y="8619366"/>
            <a:ext cx="159096" cy="158283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50" name="Oval 49"/>
          <p:cNvSpPr/>
          <p:nvPr/>
        </p:nvSpPr>
        <p:spPr>
          <a:xfrm>
            <a:off x="14823280" y="1798922"/>
            <a:ext cx="366765" cy="36489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16" name="Picture Placeholder 24"/>
          <p:cNvSpPr>
            <a:spLocks noGrp="1"/>
          </p:cNvSpPr>
          <p:nvPr>
            <p:ph type="pic" sz="quarter" idx="104" hasCustomPrompt="1"/>
          </p:nvPr>
        </p:nvSpPr>
        <p:spPr>
          <a:xfrm>
            <a:off x="2313385" y="2898607"/>
            <a:ext cx="3427811" cy="3410299"/>
          </a:xfrm>
          <a:custGeom>
            <a:avLst/>
            <a:gdLst>
              <a:gd name="connsiteX0" fmla="*/ 2374769 w 4749538"/>
              <a:gd name="connsiteY0" fmla="*/ 0 h 4724544"/>
              <a:gd name="connsiteX1" fmla="*/ 4749538 w 4749538"/>
              <a:gd name="connsiteY1" fmla="*/ 2362272 h 4724544"/>
              <a:gd name="connsiteX2" fmla="*/ 2374769 w 4749538"/>
              <a:gd name="connsiteY2" fmla="*/ 4724544 h 4724544"/>
              <a:gd name="connsiteX3" fmla="*/ 0 w 4749538"/>
              <a:gd name="connsiteY3" fmla="*/ 2362272 h 4724544"/>
              <a:gd name="connsiteX4" fmla="*/ 2374769 w 4749538"/>
              <a:gd name="connsiteY4" fmla="*/ 0 h 47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9538" h="4724544">
                <a:moveTo>
                  <a:pt x="2374769" y="0"/>
                </a:moveTo>
                <a:cubicBezTo>
                  <a:pt x="3686318" y="0"/>
                  <a:pt x="4749538" y="1057625"/>
                  <a:pt x="4749538" y="2362272"/>
                </a:cubicBezTo>
                <a:cubicBezTo>
                  <a:pt x="4749538" y="3666919"/>
                  <a:pt x="3686318" y="4724544"/>
                  <a:pt x="2374769" y="4724544"/>
                </a:cubicBezTo>
                <a:cubicBezTo>
                  <a:pt x="1063220" y="4724544"/>
                  <a:pt x="0" y="3666919"/>
                  <a:pt x="0" y="2362272"/>
                </a:cubicBezTo>
                <a:cubicBezTo>
                  <a:pt x="0" y="1057625"/>
                  <a:pt x="1063220" y="0"/>
                  <a:pt x="2374769" y="0"/>
                </a:cubicBezTo>
                <a:close/>
              </a:path>
            </a:pathLst>
          </a:custGeom>
          <a:solidFill>
            <a:schemeClr val="tx1">
              <a:alpha val="10000"/>
            </a:schemeClr>
          </a:solidFill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defRPr sz="165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Drag and drop </a:t>
            </a:r>
          </a:p>
          <a:p>
            <a:r>
              <a:rPr lang="en-US" dirty="0"/>
              <a:t>image here</a:t>
            </a:r>
          </a:p>
        </p:txBody>
      </p:sp>
      <p:sp>
        <p:nvSpPr>
          <p:cNvPr id="17" name="Picture Placeholder 24"/>
          <p:cNvSpPr>
            <a:spLocks noGrp="1"/>
          </p:cNvSpPr>
          <p:nvPr>
            <p:ph type="pic" sz="quarter" idx="128" hasCustomPrompt="1"/>
          </p:nvPr>
        </p:nvSpPr>
        <p:spPr>
          <a:xfrm>
            <a:off x="7449143" y="2898607"/>
            <a:ext cx="3427811" cy="3410299"/>
          </a:xfrm>
          <a:custGeom>
            <a:avLst/>
            <a:gdLst>
              <a:gd name="connsiteX0" fmla="*/ 2374769 w 4749538"/>
              <a:gd name="connsiteY0" fmla="*/ 0 h 4724544"/>
              <a:gd name="connsiteX1" fmla="*/ 4749538 w 4749538"/>
              <a:gd name="connsiteY1" fmla="*/ 2362272 h 4724544"/>
              <a:gd name="connsiteX2" fmla="*/ 2374769 w 4749538"/>
              <a:gd name="connsiteY2" fmla="*/ 4724544 h 4724544"/>
              <a:gd name="connsiteX3" fmla="*/ 0 w 4749538"/>
              <a:gd name="connsiteY3" fmla="*/ 2362272 h 4724544"/>
              <a:gd name="connsiteX4" fmla="*/ 2374769 w 4749538"/>
              <a:gd name="connsiteY4" fmla="*/ 0 h 47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9538" h="4724544">
                <a:moveTo>
                  <a:pt x="2374769" y="0"/>
                </a:moveTo>
                <a:cubicBezTo>
                  <a:pt x="3686318" y="0"/>
                  <a:pt x="4749538" y="1057625"/>
                  <a:pt x="4749538" y="2362272"/>
                </a:cubicBezTo>
                <a:cubicBezTo>
                  <a:pt x="4749538" y="3666919"/>
                  <a:pt x="3686318" y="4724544"/>
                  <a:pt x="2374769" y="4724544"/>
                </a:cubicBezTo>
                <a:cubicBezTo>
                  <a:pt x="1063220" y="4724544"/>
                  <a:pt x="0" y="3666919"/>
                  <a:pt x="0" y="2362272"/>
                </a:cubicBezTo>
                <a:cubicBezTo>
                  <a:pt x="0" y="1057625"/>
                  <a:pt x="1063220" y="0"/>
                  <a:pt x="2374769" y="0"/>
                </a:cubicBezTo>
                <a:close/>
              </a:path>
            </a:pathLst>
          </a:custGeom>
          <a:solidFill>
            <a:schemeClr val="tx1">
              <a:alpha val="10000"/>
            </a:schemeClr>
          </a:solidFill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defRPr sz="165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Drag and drop </a:t>
            </a:r>
          </a:p>
          <a:p>
            <a:r>
              <a:rPr lang="en-US" dirty="0"/>
              <a:t>image here</a:t>
            </a:r>
          </a:p>
        </p:txBody>
      </p:sp>
      <p:sp>
        <p:nvSpPr>
          <p:cNvPr id="18" name="Picture Placeholder 24"/>
          <p:cNvSpPr>
            <a:spLocks noGrp="1"/>
          </p:cNvSpPr>
          <p:nvPr>
            <p:ph type="pic" sz="quarter" idx="129" hasCustomPrompt="1"/>
          </p:nvPr>
        </p:nvSpPr>
        <p:spPr>
          <a:xfrm>
            <a:off x="12557764" y="2898607"/>
            <a:ext cx="3427811" cy="3410299"/>
          </a:xfrm>
          <a:custGeom>
            <a:avLst/>
            <a:gdLst>
              <a:gd name="connsiteX0" fmla="*/ 2374769 w 4749538"/>
              <a:gd name="connsiteY0" fmla="*/ 0 h 4724544"/>
              <a:gd name="connsiteX1" fmla="*/ 4749538 w 4749538"/>
              <a:gd name="connsiteY1" fmla="*/ 2362272 h 4724544"/>
              <a:gd name="connsiteX2" fmla="*/ 2374769 w 4749538"/>
              <a:gd name="connsiteY2" fmla="*/ 4724544 h 4724544"/>
              <a:gd name="connsiteX3" fmla="*/ 0 w 4749538"/>
              <a:gd name="connsiteY3" fmla="*/ 2362272 h 4724544"/>
              <a:gd name="connsiteX4" fmla="*/ 2374769 w 4749538"/>
              <a:gd name="connsiteY4" fmla="*/ 0 h 47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9538" h="4724544">
                <a:moveTo>
                  <a:pt x="2374769" y="0"/>
                </a:moveTo>
                <a:cubicBezTo>
                  <a:pt x="3686318" y="0"/>
                  <a:pt x="4749538" y="1057625"/>
                  <a:pt x="4749538" y="2362272"/>
                </a:cubicBezTo>
                <a:cubicBezTo>
                  <a:pt x="4749538" y="3666919"/>
                  <a:pt x="3686318" y="4724544"/>
                  <a:pt x="2374769" y="4724544"/>
                </a:cubicBezTo>
                <a:cubicBezTo>
                  <a:pt x="1063220" y="4724544"/>
                  <a:pt x="0" y="3666919"/>
                  <a:pt x="0" y="2362272"/>
                </a:cubicBezTo>
                <a:cubicBezTo>
                  <a:pt x="0" y="1057625"/>
                  <a:pt x="1063220" y="0"/>
                  <a:pt x="2374769" y="0"/>
                </a:cubicBezTo>
                <a:close/>
              </a:path>
            </a:pathLst>
          </a:custGeom>
          <a:solidFill>
            <a:schemeClr val="tx1">
              <a:alpha val="10000"/>
            </a:schemeClr>
          </a:solidFill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defRPr sz="165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Drag and drop </a:t>
            </a:r>
          </a:p>
          <a:p>
            <a:r>
              <a:rPr lang="en-US" dirty="0"/>
              <a:t>image here</a:t>
            </a:r>
          </a:p>
        </p:txBody>
      </p:sp>
      <p:sp>
        <p:nvSpPr>
          <p:cNvPr id="19" name="Текст 7"/>
          <p:cNvSpPr>
            <a:spLocks noGrp="1"/>
          </p:cNvSpPr>
          <p:nvPr>
            <p:ph type="body" sz="quarter" idx="93" hasCustomPrompt="1"/>
          </p:nvPr>
        </p:nvSpPr>
        <p:spPr>
          <a:xfrm>
            <a:off x="2942011" y="7806527"/>
            <a:ext cx="729863" cy="68590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baseline="0">
                <a:solidFill>
                  <a:schemeClr val="tx1">
                    <a:alpha val="4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20" name="Текст 7"/>
          <p:cNvSpPr>
            <a:spLocks noGrp="1"/>
          </p:cNvSpPr>
          <p:nvPr>
            <p:ph type="body" sz="quarter" idx="94" hasCustomPrompt="1"/>
          </p:nvPr>
        </p:nvSpPr>
        <p:spPr>
          <a:xfrm>
            <a:off x="3671869" y="7806527"/>
            <a:ext cx="729863" cy="68590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baseline="0">
                <a:solidFill>
                  <a:schemeClr val="tx1">
                    <a:alpha val="4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21" name="Текст 7"/>
          <p:cNvSpPr>
            <a:spLocks noGrp="1"/>
          </p:cNvSpPr>
          <p:nvPr>
            <p:ph type="body" sz="quarter" idx="95" hasCustomPrompt="1"/>
          </p:nvPr>
        </p:nvSpPr>
        <p:spPr>
          <a:xfrm>
            <a:off x="4401733" y="7806527"/>
            <a:ext cx="729863" cy="68590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baseline="0">
                <a:solidFill>
                  <a:schemeClr val="tx1">
                    <a:alpha val="4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22" name="Текст 7"/>
          <p:cNvSpPr>
            <a:spLocks noGrp="1"/>
          </p:cNvSpPr>
          <p:nvPr>
            <p:ph type="body" sz="quarter" idx="96" hasCustomPrompt="1"/>
          </p:nvPr>
        </p:nvSpPr>
        <p:spPr>
          <a:xfrm>
            <a:off x="2286594" y="6308906"/>
            <a:ext cx="3454602" cy="909017"/>
          </a:xfrm>
        </p:spPr>
        <p:txBody>
          <a:bodyPr tIns="0" bIns="0" anchor="b" anchorCtr="0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7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WRITE TITLE HERE</a:t>
            </a:r>
          </a:p>
        </p:txBody>
      </p:sp>
      <p:sp>
        <p:nvSpPr>
          <p:cNvPr id="23" name="Текст 7"/>
          <p:cNvSpPr>
            <a:spLocks noGrp="1"/>
          </p:cNvSpPr>
          <p:nvPr>
            <p:ph type="body" sz="quarter" idx="97" hasCustomPrompt="1"/>
          </p:nvPr>
        </p:nvSpPr>
        <p:spPr>
          <a:xfrm>
            <a:off x="2286594" y="7217925"/>
            <a:ext cx="3454602" cy="365146"/>
          </a:xfrm>
        </p:spPr>
        <p:txBody>
          <a:bodyPr tIns="0">
            <a:noAutofit/>
          </a:bodyPr>
          <a:lstStyle>
            <a:lvl1pPr algn="ctr">
              <a:lnSpc>
                <a:spcPct val="145000"/>
              </a:lnSpc>
              <a:spcBef>
                <a:spcPts val="0"/>
              </a:spcBef>
              <a:defRPr lang="en-US" sz="1350" b="0" i="0" baseline="0" smtClean="0">
                <a:effectLst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r>
              <a:rPr lang="en-US" dirty="0"/>
              <a:t>CEO</a:t>
            </a:r>
          </a:p>
        </p:txBody>
      </p:sp>
      <p:sp>
        <p:nvSpPr>
          <p:cNvPr id="24" name="Текст 7"/>
          <p:cNvSpPr>
            <a:spLocks noGrp="1"/>
          </p:cNvSpPr>
          <p:nvPr>
            <p:ph type="body" sz="quarter" idx="130" hasCustomPrompt="1"/>
          </p:nvPr>
        </p:nvSpPr>
        <p:spPr>
          <a:xfrm>
            <a:off x="8053066" y="7811706"/>
            <a:ext cx="729863" cy="68590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baseline="0">
                <a:solidFill>
                  <a:schemeClr val="tx1">
                    <a:alpha val="4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28" name="Текст 7"/>
          <p:cNvSpPr>
            <a:spLocks noGrp="1"/>
          </p:cNvSpPr>
          <p:nvPr>
            <p:ph type="body" sz="quarter" idx="131" hasCustomPrompt="1"/>
          </p:nvPr>
        </p:nvSpPr>
        <p:spPr>
          <a:xfrm>
            <a:off x="8782924" y="7811706"/>
            <a:ext cx="729863" cy="68590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baseline="0">
                <a:solidFill>
                  <a:schemeClr val="tx1">
                    <a:alpha val="4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29" name="Текст 7"/>
          <p:cNvSpPr>
            <a:spLocks noGrp="1"/>
          </p:cNvSpPr>
          <p:nvPr>
            <p:ph type="body" sz="quarter" idx="132" hasCustomPrompt="1"/>
          </p:nvPr>
        </p:nvSpPr>
        <p:spPr>
          <a:xfrm>
            <a:off x="9512788" y="7811706"/>
            <a:ext cx="729863" cy="68590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baseline="0">
                <a:solidFill>
                  <a:schemeClr val="tx1">
                    <a:alpha val="4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30" name="Текст 7"/>
          <p:cNvSpPr>
            <a:spLocks noGrp="1"/>
          </p:cNvSpPr>
          <p:nvPr>
            <p:ph type="body" sz="quarter" idx="133" hasCustomPrompt="1"/>
          </p:nvPr>
        </p:nvSpPr>
        <p:spPr>
          <a:xfrm>
            <a:off x="7397649" y="6314085"/>
            <a:ext cx="3454602" cy="909017"/>
          </a:xfrm>
        </p:spPr>
        <p:txBody>
          <a:bodyPr tIns="0" bIns="0" anchor="b" anchorCtr="0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7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WRITE TITLE HERE</a:t>
            </a:r>
          </a:p>
        </p:txBody>
      </p:sp>
      <p:sp>
        <p:nvSpPr>
          <p:cNvPr id="32" name="Текст 7"/>
          <p:cNvSpPr>
            <a:spLocks noGrp="1"/>
          </p:cNvSpPr>
          <p:nvPr>
            <p:ph type="body" sz="quarter" idx="134" hasCustomPrompt="1"/>
          </p:nvPr>
        </p:nvSpPr>
        <p:spPr>
          <a:xfrm>
            <a:off x="7397649" y="7223104"/>
            <a:ext cx="3454602" cy="365146"/>
          </a:xfrm>
        </p:spPr>
        <p:txBody>
          <a:bodyPr tIns="0">
            <a:noAutofit/>
          </a:bodyPr>
          <a:lstStyle>
            <a:lvl1pPr algn="ctr">
              <a:lnSpc>
                <a:spcPct val="145000"/>
              </a:lnSpc>
              <a:spcBef>
                <a:spcPts val="0"/>
              </a:spcBef>
              <a:defRPr lang="en-US" sz="1350" b="0" i="0" baseline="0" smtClean="0">
                <a:effectLst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r>
              <a:rPr lang="en-US" dirty="0"/>
              <a:t>CEO</a:t>
            </a:r>
          </a:p>
        </p:txBody>
      </p:sp>
      <p:sp>
        <p:nvSpPr>
          <p:cNvPr id="33" name="Текст 7"/>
          <p:cNvSpPr>
            <a:spLocks noGrp="1"/>
          </p:cNvSpPr>
          <p:nvPr>
            <p:ph type="body" sz="quarter" idx="135" hasCustomPrompt="1"/>
          </p:nvPr>
        </p:nvSpPr>
        <p:spPr>
          <a:xfrm>
            <a:off x="13188527" y="7811706"/>
            <a:ext cx="729863" cy="68590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baseline="0">
                <a:solidFill>
                  <a:schemeClr val="tx1">
                    <a:alpha val="4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34" name="Текст 7"/>
          <p:cNvSpPr>
            <a:spLocks noGrp="1"/>
          </p:cNvSpPr>
          <p:nvPr>
            <p:ph type="body" sz="quarter" idx="136" hasCustomPrompt="1"/>
          </p:nvPr>
        </p:nvSpPr>
        <p:spPr>
          <a:xfrm>
            <a:off x="13918385" y="7811706"/>
            <a:ext cx="729863" cy="68590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baseline="0">
                <a:solidFill>
                  <a:schemeClr val="tx1">
                    <a:alpha val="4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37" name="Текст 7"/>
          <p:cNvSpPr>
            <a:spLocks noGrp="1"/>
          </p:cNvSpPr>
          <p:nvPr>
            <p:ph type="body" sz="quarter" idx="137" hasCustomPrompt="1"/>
          </p:nvPr>
        </p:nvSpPr>
        <p:spPr>
          <a:xfrm>
            <a:off x="14648249" y="7811706"/>
            <a:ext cx="729863" cy="68590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baseline="0">
                <a:solidFill>
                  <a:schemeClr val="tx1">
                    <a:alpha val="4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40" name="Текст 7"/>
          <p:cNvSpPr>
            <a:spLocks noGrp="1"/>
          </p:cNvSpPr>
          <p:nvPr>
            <p:ph type="body" sz="quarter" idx="138" hasCustomPrompt="1"/>
          </p:nvPr>
        </p:nvSpPr>
        <p:spPr>
          <a:xfrm>
            <a:off x="12533110" y="6314085"/>
            <a:ext cx="3454602" cy="909017"/>
          </a:xfrm>
        </p:spPr>
        <p:txBody>
          <a:bodyPr tIns="0" bIns="0" anchor="b" anchorCtr="0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7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WRITE TITLE HERE</a:t>
            </a:r>
          </a:p>
        </p:txBody>
      </p:sp>
      <p:sp>
        <p:nvSpPr>
          <p:cNvPr id="43" name="Текст 7"/>
          <p:cNvSpPr>
            <a:spLocks noGrp="1"/>
          </p:cNvSpPr>
          <p:nvPr>
            <p:ph type="body" sz="quarter" idx="139" hasCustomPrompt="1"/>
          </p:nvPr>
        </p:nvSpPr>
        <p:spPr>
          <a:xfrm>
            <a:off x="12533110" y="7223104"/>
            <a:ext cx="3454602" cy="365146"/>
          </a:xfrm>
        </p:spPr>
        <p:txBody>
          <a:bodyPr tIns="0">
            <a:noAutofit/>
          </a:bodyPr>
          <a:lstStyle>
            <a:lvl1pPr algn="ctr">
              <a:lnSpc>
                <a:spcPct val="145000"/>
              </a:lnSpc>
              <a:spcBef>
                <a:spcPts val="0"/>
              </a:spcBef>
              <a:defRPr lang="en-US" sz="1350" b="0" i="0" baseline="0" smtClean="0">
                <a:effectLst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r>
              <a:rPr lang="en-US" dirty="0"/>
              <a:t>CEO</a:t>
            </a:r>
          </a:p>
        </p:txBody>
      </p:sp>
      <p:sp>
        <p:nvSpPr>
          <p:cNvPr id="46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16393230" y="662090"/>
            <a:ext cx="1055214" cy="366769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r">
              <a:defRPr sz="1204" b="1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1" name="Текст 7"/>
          <p:cNvSpPr>
            <a:spLocks noGrp="1"/>
          </p:cNvSpPr>
          <p:nvPr>
            <p:ph type="body" sz="quarter" idx="98" hasCustomPrompt="1"/>
          </p:nvPr>
        </p:nvSpPr>
        <p:spPr>
          <a:xfrm rot="16200000">
            <a:off x="-2255390" y="4380078"/>
            <a:ext cx="6211260" cy="956840"/>
          </a:xfrm>
        </p:spPr>
        <p:txBody>
          <a:bodyPr tIns="0" bIns="0" anchor="ctr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600" b="0" baseline="0">
                <a:solidFill>
                  <a:schemeClr val="tx1"/>
                </a:solidFill>
                <a:latin typeface="+mj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cxnSp>
        <p:nvCxnSpPr>
          <p:cNvPr id="52" name="Straight Connector 51"/>
          <p:cNvCxnSpPr/>
          <p:nvPr/>
        </p:nvCxnSpPr>
        <p:spPr>
          <a:xfrm>
            <a:off x="850239" y="8307097"/>
            <a:ext cx="0" cy="1981492"/>
          </a:xfrm>
          <a:prstGeom prst="line">
            <a:avLst/>
          </a:prstGeom>
          <a:ln w="19050">
            <a:solidFill>
              <a:schemeClr val="tx1">
                <a:alpha val="7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0093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9" presetClass="entr" presetSubtype="0" decel="1000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9" presetClass="entr" presetSubtype="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>
        <p:tmplLst>
          <p:tmpl>
            <p:tnLst>
              <p:par>
                <p:cTn presetID="49" presetClass="entr" presetSubtype="0" decel="10000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9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>
        <p:tmplLst>
          <p:tmpl>
            <p:tnLst>
              <p:par>
                <p:cTn presetID="49" presetClass="entr" presetSubtype="0" decel="100000" fill="hold" nodeType="withEffect">
                  <p:stCondLst>
                    <p:cond delay="9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0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>
        <p:tmplLst>
          <p:tmpl>
            <p:tnLst>
              <p:par>
                <p:cTn presetID="49" presetClass="entr" presetSubtype="0" decel="10000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1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>
        <p:tmplLst>
          <p:tmpl>
            <p:tnLst>
              <p:par>
                <p:cTn presetID="49" presetClass="entr" presetSubtype="0" decel="10000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4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>
        <p:tmplLst>
          <p:tmpl>
            <p:tnLst>
              <p:par>
                <p:cTn presetID="49" presetClass="entr" presetSubtype="0" decel="100000" fill="hold" nodeType="withEffect">
                  <p:stCondLst>
                    <p:cond delay="9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>
        <p:tmplLst>
          <p:tmpl>
            <p:tnLst>
              <p:par>
                <p:cTn presetID="49" presetClass="entr" presetSubtype="0" decel="10000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>
        <p:tmplLst>
          <p:tmpl>
            <p:tnLst>
              <p:par>
                <p:cTn presetID="49" presetClass="entr" presetSubtype="0" decel="10000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3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>
        <p:tmplLst>
          <p:tmpl>
            <p:tnLst>
              <p:par>
                <p:cTn presetID="49" presetClass="entr" presetSubtype="0" decel="100000" fill="hold" nodeType="withEffect">
                  <p:stCondLst>
                    <p:cond delay="9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4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>
        <p:tmplLst>
          <p:tmpl>
            <p:tnLst>
              <p:par>
                <p:cTn presetID="49" presetClass="entr" presetSubtype="0" decel="10000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7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tegory_0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/>
          <p:cNvSpPr/>
          <p:nvPr/>
        </p:nvSpPr>
        <p:spPr>
          <a:xfrm>
            <a:off x="2" y="0"/>
            <a:ext cx="8103125" cy="10288588"/>
          </a:xfrm>
          <a:custGeom>
            <a:avLst/>
            <a:gdLst>
              <a:gd name="connsiteX0" fmla="*/ 0 w 5402083"/>
              <a:gd name="connsiteY0" fmla="*/ 0 h 6858000"/>
              <a:gd name="connsiteX1" fmla="*/ 5401085 w 5402083"/>
              <a:gd name="connsiteY1" fmla="*/ 0 h 6858000"/>
              <a:gd name="connsiteX2" fmla="*/ 5355776 w 5402083"/>
              <a:gd name="connsiteY2" fmla="*/ 42971 h 6858000"/>
              <a:gd name="connsiteX3" fmla="*/ 3946012 w 5402083"/>
              <a:gd name="connsiteY3" fmla="*/ 3428527 h 6858000"/>
              <a:gd name="connsiteX4" fmla="*/ 5355776 w 5402083"/>
              <a:gd name="connsiteY4" fmla="*/ 6814084 h 6858000"/>
              <a:gd name="connsiteX5" fmla="*/ 5402083 w 5402083"/>
              <a:gd name="connsiteY5" fmla="*/ 6858000 h 6858000"/>
              <a:gd name="connsiteX6" fmla="*/ 0 w 540208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02083" h="6858000">
                <a:moveTo>
                  <a:pt x="0" y="0"/>
                </a:moveTo>
                <a:lnTo>
                  <a:pt x="5401085" y="0"/>
                </a:lnTo>
                <a:lnTo>
                  <a:pt x="5355776" y="42971"/>
                </a:lnTo>
                <a:cubicBezTo>
                  <a:pt x="4484752" y="909410"/>
                  <a:pt x="3946012" y="2106385"/>
                  <a:pt x="3946012" y="3428527"/>
                </a:cubicBezTo>
                <a:cubicBezTo>
                  <a:pt x="3946012" y="4750669"/>
                  <a:pt x="4484752" y="5947644"/>
                  <a:pt x="5355776" y="6814084"/>
                </a:cubicBezTo>
                <a:lnTo>
                  <a:pt x="540208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15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16393230" y="662090"/>
            <a:ext cx="1055214" cy="366769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r">
              <a:defRPr sz="1204" b="1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6" name="Oval 65"/>
          <p:cNvSpPr/>
          <p:nvPr/>
        </p:nvSpPr>
        <p:spPr>
          <a:xfrm>
            <a:off x="1063452" y="8619366"/>
            <a:ext cx="159096" cy="158283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35" name="Oval 34"/>
          <p:cNvSpPr/>
          <p:nvPr/>
        </p:nvSpPr>
        <p:spPr>
          <a:xfrm>
            <a:off x="2286000" y="2719638"/>
            <a:ext cx="366765" cy="36489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12" name="Текст 7"/>
          <p:cNvSpPr>
            <a:spLocks noGrp="1"/>
          </p:cNvSpPr>
          <p:nvPr>
            <p:ph type="body" sz="quarter" idx="69" hasCustomPrompt="1"/>
          </p:nvPr>
        </p:nvSpPr>
        <p:spPr>
          <a:xfrm>
            <a:off x="9758759" y="1678660"/>
            <a:ext cx="5576096" cy="912570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5400" b="0" baseline="0">
                <a:solidFill>
                  <a:schemeClr val="tx1"/>
                </a:solidFill>
                <a:latin typeface="+mj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SUBTITLE WRITE HERE</a:t>
            </a:r>
          </a:p>
        </p:txBody>
      </p:sp>
      <p:sp>
        <p:nvSpPr>
          <p:cNvPr id="13" name="Текст 7"/>
          <p:cNvSpPr>
            <a:spLocks noGrp="1"/>
          </p:cNvSpPr>
          <p:nvPr>
            <p:ph type="body" sz="quarter" idx="71" hasCustomPrompt="1"/>
          </p:nvPr>
        </p:nvSpPr>
        <p:spPr>
          <a:xfrm>
            <a:off x="9758758" y="3657770"/>
            <a:ext cx="5576096" cy="912570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5400" b="0" baseline="0">
                <a:solidFill>
                  <a:schemeClr val="tx1"/>
                </a:solidFill>
                <a:latin typeface="+mj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SUBTITLE WRITE HERE</a:t>
            </a:r>
          </a:p>
        </p:txBody>
      </p:sp>
      <p:sp>
        <p:nvSpPr>
          <p:cNvPr id="14" name="Текст 7"/>
          <p:cNvSpPr>
            <a:spLocks noGrp="1"/>
          </p:cNvSpPr>
          <p:nvPr>
            <p:ph type="body" sz="quarter" idx="72" hasCustomPrompt="1"/>
          </p:nvPr>
        </p:nvSpPr>
        <p:spPr>
          <a:xfrm>
            <a:off x="9758758" y="5893026"/>
            <a:ext cx="5576096" cy="912570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5400" b="0" baseline="0">
                <a:solidFill>
                  <a:schemeClr val="tx1"/>
                </a:solidFill>
                <a:latin typeface="+mj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SUBTITLE WRITE HERE</a:t>
            </a:r>
          </a:p>
        </p:txBody>
      </p:sp>
      <p:sp>
        <p:nvSpPr>
          <p:cNvPr id="16" name="Текст 7"/>
          <p:cNvSpPr>
            <a:spLocks noGrp="1"/>
          </p:cNvSpPr>
          <p:nvPr>
            <p:ph type="body" sz="quarter" idx="73" hasCustomPrompt="1"/>
          </p:nvPr>
        </p:nvSpPr>
        <p:spPr>
          <a:xfrm>
            <a:off x="9758758" y="7893659"/>
            <a:ext cx="5576096" cy="912570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5400" b="0" baseline="0">
                <a:solidFill>
                  <a:schemeClr val="tx1"/>
                </a:solidFill>
                <a:latin typeface="+mj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SUBTITLE WRITE HERE</a:t>
            </a:r>
          </a:p>
        </p:txBody>
      </p:sp>
      <p:sp>
        <p:nvSpPr>
          <p:cNvPr id="17" name="Текст 7"/>
          <p:cNvSpPr>
            <a:spLocks noGrp="1"/>
          </p:cNvSpPr>
          <p:nvPr>
            <p:ph type="body" sz="quarter" idx="39" hasCustomPrompt="1"/>
          </p:nvPr>
        </p:nvSpPr>
        <p:spPr>
          <a:xfrm>
            <a:off x="9758758" y="2407481"/>
            <a:ext cx="5576096" cy="657996"/>
          </a:xfrm>
        </p:spPr>
        <p:txBody>
          <a:bodyPr tIns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50" b="0" i="0" baseline="0" smtClean="0">
                <a:effectLst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r>
              <a:rPr lang="en-US" dirty="0"/>
              <a:t>Wound young you thing worse along being ham. 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</a:t>
            </a:r>
            <a:endParaRPr lang="en-US" dirty="0"/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</a:t>
            </a:r>
            <a:endParaRPr lang="en-US" dirty="0"/>
          </a:p>
        </p:txBody>
      </p:sp>
      <p:sp>
        <p:nvSpPr>
          <p:cNvPr id="18" name="Текст 7"/>
          <p:cNvSpPr>
            <a:spLocks noGrp="1"/>
          </p:cNvSpPr>
          <p:nvPr>
            <p:ph type="body" sz="quarter" idx="74" hasCustomPrompt="1"/>
          </p:nvPr>
        </p:nvSpPr>
        <p:spPr>
          <a:xfrm>
            <a:off x="9758756" y="4373665"/>
            <a:ext cx="5576096" cy="657996"/>
          </a:xfrm>
        </p:spPr>
        <p:txBody>
          <a:bodyPr tIns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50" b="0" i="0" baseline="0" smtClean="0">
                <a:effectLst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r>
              <a:rPr lang="en-US" dirty="0"/>
              <a:t>Wound young you thing worse along being ham. 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</a:t>
            </a:r>
            <a:endParaRPr lang="en-US" dirty="0"/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</a:t>
            </a:r>
            <a:endParaRPr lang="en-US" dirty="0"/>
          </a:p>
        </p:txBody>
      </p:sp>
      <p:sp>
        <p:nvSpPr>
          <p:cNvPr id="19" name="Текст 7"/>
          <p:cNvSpPr>
            <a:spLocks noGrp="1"/>
          </p:cNvSpPr>
          <p:nvPr>
            <p:ph type="body" sz="quarter" idx="75" hasCustomPrompt="1"/>
          </p:nvPr>
        </p:nvSpPr>
        <p:spPr>
          <a:xfrm>
            <a:off x="9758759" y="6634130"/>
            <a:ext cx="5576096" cy="657996"/>
          </a:xfrm>
        </p:spPr>
        <p:txBody>
          <a:bodyPr tIns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50" b="0" i="0" baseline="0" smtClean="0">
                <a:effectLst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r>
              <a:rPr lang="en-US" dirty="0"/>
              <a:t>Wound young you thing worse along being ham. 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</a:t>
            </a:r>
            <a:endParaRPr lang="en-US" dirty="0"/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</a:t>
            </a:r>
            <a:endParaRPr lang="en-US" dirty="0"/>
          </a:p>
        </p:txBody>
      </p:sp>
      <p:sp>
        <p:nvSpPr>
          <p:cNvPr id="20" name="Текст 7"/>
          <p:cNvSpPr>
            <a:spLocks noGrp="1"/>
          </p:cNvSpPr>
          <p:nvPr>
            <p:ph type="body" sz="quarter" idx="76" hasCustomPrompt="1"/>
          </p:nvPr>
        </p:nvSpPr>
        <p:spPr>
          <a:xfrm>
            <a:off x="9758759" y="8619367"/>
            <a:ext cx="5576096" cy="657996"/>
          </a:xfrm>
        </p:spPr>
        <p:txBody>
          <a:bodyPr tIns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50" b="0" i="0" baseline="0" smtClean="0">
                <a:effectLst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r>
              <a:rPr lang="en-US" dirty="0"/>
              <a:t>Wound young you thing worse along being ham. 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</a:t>
            </a:r>
            <a:endParaRPr lang="en-US" dirty="0"/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</a:t>
            </a:r>
            <a:endParaRPr lang="en-US" dirty="0"/>
          </a:p>
        </p:txBody>
      </p:sp>
      <p:sp>
        <p:nvSpPr>
          <p:cNvPr id="22" name="Oval 21"/>
          <p:cNvSpPr/>
          <p:nvPr userDrawn="1"/>
        </p:nvSpPr>
        <p:spPr>
          <a:xfrm>
            <a:off x="-619481" y="1139789"/>
            <a:ext cx="8368323" cy="8325570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</p:spTree>
    <p:extLst>
      <p:ext uri="{BB962C8B-B14F-4D97-AF65-F5344CB8AC3E}">
        <p14:creationId xmlns:p14="http://schemas.microsoft.com/office/powerpoint/2010/main" val="3272806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 isContent="1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s_0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3"/>
          <p:cNvSpPr>
            <a:spLocks noGrp="1"/>
          </p:cNvSpPr>
          <p:nvPr>
            <p:ph type="pic" sz="quarter" idx="97" hasCustomPrompt="1"/>
          </p:nvPr>
        </p:nvSpPr>
        <p:spPr>
          <a:xfrm>
            <a:off x="3419475" y="-1"/>
            <a:ext cx="14868525" cy="10288590"/>
          </a:xfrm>
          <a:solidFill>
            <a:schemeClr val="tx1">
              <a:alpha val="10000"/>
            </a:schemeClr>
          </a:solidFill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165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Drag and drop </a:t>
            </a:r>
          </a:p>
          <a:p>
            <a:r>
              <a:rPr lang="en-US" dirty="0"/>
              <a:t>image here</a:t>
            </a:r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1375550" cy="10288590"/>
          </a:xfrm>
          <a:custGeom>
            <a:avLst/>
            <a:gdLst>
              <a:gd name="connsiteX0" fmla="*/ 0 w 7583700"/>
              <a:gd name="connsiteY0" fmla="*/ 0 h 6858001"/>
              <a:gd name="connsiteX1" fmla="*/ 2537926 w 7583700"/>
              <a:gd name="connsiteY1" fmla="*/ 0 h 6858001"/>
              <a:gd name="connsiteX2" fmla="*/ 2847001 w 7583700"/>
              <a:gd name="connsiteY2" fmla="*/ 138995 h 6858001"/>
              <a:gd name="connsiteX3" fmla="*/ 7582790 w 7583700"/>
              <a:gd name="connsiteY3" fmla="*/ 6846094 h 6858001"/>
              <a:gd name="connsiteX4" fmla="*/ 7583700 w 7583700"/>
              <a:gd name="connsiteY4" fmla="*/ 6858001 h 6858001"/>
              <a:gd name="connsiteX5" fmla="*/ 0 w 7583700"/>
              <a:gd name="connsiteY5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83700" h="6858001">
                <a:moveTo>
                  <a:pt x="0" y="0"/>
                </a:moveTo>
                <a:lnTo>
                  <a:pt x="2537926" y="0"/>
                </a:lnTo>
                <a:lnTo>
                  <a:pt x="2847001" y="138995"/>
                </a:lnTo>
                <a:cubicBezTo>
                  <a:pt x="5428994" y="1376579"/>
                  <a:pt x="7280340" y="3883594"/>
                  <a:pt x="7582790" y="6846094"/>
                </a:cubicBezTo>
                <a:lnTo>
                  <a:pt x="7583700" y="6858001"/>
                </a:lnTo>
                <a:lnTo>
                  <a:pt x="0" y="6858001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defRPr sz="165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Drag and drop </a:t>
            </a:r>
          </a:p>
          <a:p>
            <a:r>
              <a:rPr lang="en-US" dirty="0"/>
              <a:t>image here</a:t>
            </a:r>
          </a:p>
        </p:txBody>
      </p:sp>
      <p:sp>
        <p:nvSpPr>
          <p:cNvPr id="13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16393230" y="662090"/>
            <a:ext cx="1055214" cy="366769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r">
              <a:defRPr sz="1204" b="1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4" name="Текст 7"/>
          <p:cNvSpPr>
            <a:spLocks noGrp="1"/>
          </p:cNvSpPr>
          <p:nvPr>
            <p:ph type="body" sz="quarter" idx="71" hasCustomPrompt="1"/>
          </p:nvPr>
        </p:nvSpPr>
        <p:spPr>
          <a:xfrm>
            <a:off x="14868526" y="4597068"/>
            <a:ext cx="2655245" cy="1411010"/>
          </a:xfrm>
        </p:spPr>
        <p:txBody>
          <a:bodyPr tIns="0" bIns="0" anchor="ctr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2013614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 isContent="1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rvice_0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val 19"/>
          <p:cNvSpPr/>
          <p:nvPr/>
        </p:nvSpPr>
        <p:spPr>
          <a:xfrm>
            <a:off x="14363701" y="1798922"/>
            <a:ext cx="7043291" cy="7007307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21" name="Oval 20"/>
          <p:cNvSpPr/>
          <p:nvPr/>
        </p:nvSpPr>
        <p:spPr>
          <a:xfrm>
            <a:off x="4976987" y="2427427"/>
            <a:ext cx="5416262" cy="5388590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22" name="Oval 21"/>
          <p:cNvSpPr/>
          <p:nvPr/>
        </p:nvSpPr>
        <p:spPr>
          <a:xfrm>
            <a:off x="546408" y="1028859"/>
            <a:ext cx="8368323" cy="8325570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 flipV="1">
            <a:off x="4914902" y="0"/>
            <a:ext cx="0" cy="10288588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 flipV="1">
            <a:off x="9144000" y="0"/>
            <a:ext cx="0" cy="10288588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 flipV="1">
            <a:off x="13373102" y="0"/>
            <a:ext cx="0" cy="10288588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Текст 7"/>
          <p:cNvSpPr>
            <a:spLocks noGrp="1"/>
          </p:cNvSpPr>
          <p:nvPr>
            <p:ph type="body" sz="quarter" idx="48" hasCustomPrompt="1"/>
          </p:nvPr>
        </p:nvSpPr>
        <p:spPr>
          <a:xfrm>
            <a:off x="8914731" y="1977059"/>
            <a:ext cx="1057827" cy="102885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5400" b="0" baseline="0">
                <a:solidFill>
                  <a:schemeClr val="accent1"/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29" name="Текст 7"/>
          <p:cNvSpPr>
            <a:spLocks noGrp="1"/>
          </p:cNvSpPr>
          <p:nvPr>
            <p:ph type="body" sz="quarter" idx="71" hasCustomPrompt="1"/>
          </p:nvPr>
        </p:nvSpPr>
        <p:spPr>
          <a:xfrm>
            <a:off x="13443059" y="1977059"/>
            <a:ext cx="1057827" cy="102885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5400" b="0" baseline="0">
                <a:solidFill>
                  <a:schemeClr val="accent1"/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32" name="Текст 7"/>
          <p:cNvSpPr>
            <a:spLocks noGrp="1"/>
          </p:cNvSpPr>
          <p:nvPr>
            <p:ph type="body" sz="quarter" idx="74" hasCustomPrompt="1"/>
          </p:nvPr>
        </p:nvSpPr>
        <p:spPr>
          <a:xfrm>
            <a:off x="8914731" y="5711437"/>
            <a:ext cx="1057827" cy="102885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5400" b="0" baseline="0">
                <a:solidFill>
                  <a:schemeClr val="accent1"/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35" name="Текст 7"/>
          <p:cNvSpPr>
            <a:spLocks noGrp="1"/>
          </p:cNvSpPr>
          <p:nvPr>
            <p:ph type="body" sz="quarter" idx="77" hasCustomPrompt="1"/>
          </p:nvPr>
        </p:nvSpPr>
        <p:spPr>
          <a:xfrm>
            <a:off x="13443059" y="5711437"/>
            <a:ext cx="1057827" cy="102885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5400" b="0" baseline="0">
                <a:solidFill>
                  <a:schemeClr val="accent1"/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37" name="Freeform 930">
            <a:hlinkClick r:id="" action="ppaction://noaction"/>
          </p:cNvPr>
          <p:cNvSpPr>
            <a:spLocks noEditPoints="1"/>
          </p:cNvSpPr>
          <p:nvPr/>
        </p:nvSpPr>
        <p:spPr bwMode="auto">
          <a:xfrm>
            <a:off x="17371049" y="751995"/>
            <a:ext cx="234158" cy="210774"/>
          </a:xfrm>
          <a:custGeom>
            <a:avLst/>
            <a:gdLst>
              <a:gd name="T0" fmla="*/ 366 w 385"/>
              <a:gd name="T1" fmla="*/ 38 h 346"/>
              <a:gd name="T2" fmla="*/ 20 w 385"/>
              <a:gd name="T3" fmla="*/ 38 h 346"/>
              <a:gd name="T4" fmla="*/ 0 w 385"/>
              <a:gd name="T5" fmla="*/ 19 h 346"/>
              <a:gd name="T6" fmla="*/ 20 w 385"/>
              <a:gd name="T7" fmla="*/ 0 h 346"/>
              <a:gd name="T8" fmla="*/ 366 w 385"/>
              <a:gd name="T9" fmla="*/ 0 h 346"/>
              <a:gd name="T10" fmla="*/ 385 w 385"/>
              <a:gd name="T11" fmla="*/ 19 h 346"/>
              <a:gd name="T12" fmla="*/ 366 w 385"/>
              <a:gd name="T13" fmla="*/ 38 h 346"/>
              <a:gd name="T14" fmla="*/ 385 w 385"/>
              <a:gd name="T15" fmla="*/ 122 h 346"/>
              <a:gd name="T16" fmla="*/ 366 w 385"/>
              <a:gd name="T17" fmla="*/ 103 h 346"/>
              <a:gd name="T18" fmla="*/ 20 w 385"/>
              <a:gd name="T19" fmla="*/ 103 h 346"/>
              <a:gd name="T20" fmla="*/ 0 w 385"/>
              <a:gd name="T21" fmla="*/ 122 h 346"/>
              <a:gd name="T22" fmla="*/ 20 w 385"/>
              <a:gd name="T23" fmla="*/ 141 h 346"/>
              <a:gd name="T24" fmla="*/ 366 w 385"/>
              <a:gd name="T25" fmla="*/ 141 h 346"/>
              <a:gd name="T26" fmla="*/ 385 w 385"/>
              <a:gd name="T27" fmla="*/ 122 h 346"/>
              <a:gd name="T28" fmla="*/ 385 w 385"/>
              <a:gd name="T29" fmla="*/ 224 h 346"/>
              <a:gd name="T30" fmla="*/ 366 w 385"/>
              <a:gd name="T31" fmla="*/ 205 h 346"/>
              <a:gd name="T32" fmla="*/ 20 w 385"/>
              <a:gd name="T33" fmla="*/ 205 h 346"/>
              <a:gd name="T34" fmla="*/ 0 w 385"/>
              <a:gd name="T35" fmla="*/ 224 h 346"/>
              <a:gd name="T36" fmla="*/ 20 w 385"/>
              <a:gd name="T37" fmla="*/ 243 h 346"/>
              <a:gd name="T38" fmla="*/ 366 w 385"/>
              <a:gd name="T39" fmla="*/ 243 h 346"/>
              <a:gd name="T40" fmla="*/ 385 w 385"/>
              <a:gd name="T41" fmla="*/ 224 h 346"/>
              <a:gd name="T42" fmla="*/ 212 w 385"/>
              <a:gd name="T43" fmla="*/ 327 h 346"/>
              <a:gd name="T44" fmla="*/ 192 w 385"/>
              <a:gd name="T45" fmla="*/ 307 h 346"/>
              <a:gd name="T46" fmla="*/ 21 w 385"/>
              <a:gd name="T47" fmla="*/ 307 h 346"/>
              <a:gd name="T48" fmla="*/ 2 w 385"/>
              <a:gd name="T49" fmla="*/ 327 h 346"/>
              <a:gd name="T50" fmla="*/ 21 w 385"/>
              <a:gd name="T51" fmla="*/ 346 h 346"/>
              <a:gd name="T52" fmla="*/ 192 w 385"/>
              <a:gd name="T53" fmla="*/ 346 h 346"/>
              <a:gd name="T54" fmla="*/ 212 w 385"/>
              <a:gd name="T55" fmla="*/ 327 h 3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385" h="346">
                <a:moveTo>
                  <a:pt x="366" y="38"/>
                </a:moveTo>
                <a:cubicBezTo>
                  <a:pt x="20" y="38"/>
                  <a:pt x="20" y="38"/>
                  <a:pt x="20" y="38"/>
                </a:cubicBezTo>
                <a:cubicBezTo>
                  <a:pt x="9" y="38"/>
                  <a:pt x="0" y="30"/>
                  <a:pt x="0" y="19"/>
                </a:cubicBezTo>
                <a:cubicBezTo>
                  <a:pt x="0" y="8"/>
                  <a:pt x="9" y="0"/>
                  <a:pt x="20" y="0"/>
                </a:cubicBezTo>
                <a:cubicBezTo>
                  <a:pt x="366" y="0"/>
                  <a:pt x="366" y="0"/>
                  <a:pt x="366" y="0"/>
                </a:cubicBezTo>
                <a:cubicBezTo>
                  <a:pt x="376" y="0"/>
                  <a:pt x="385" y="8"/>
                  <a:pt x="385" y="19"/>
                </a:cubicBezTo>
                <a:cubicBezTo>
                  <a:pt x="385" y="30"/>
                  <a:pt x="376" y="38"/>
                  <a:pt x="366" y="38"/>
                </a:cubicBezTo>
                <a:close/>
                <a:moveTo>
                  <a:pt x="385" y="122"/>
                </a:moveTo>
                <a:cubicBezTo>
                  <a:pt x="385" y="111"/>
                  <a:pt x="376" y="103"/>
                  <a:pt x="366" y="103"/>
                </a:cubicBezTo>
                <a:cubicBezTo>
                  <a:pt x="20" y="103"/>
                  <a:pt x="20" y="103"/>
                  <a:pt x="20" y="103"/>
                </a:cubicBezTo>
                <a:cubicBezTo>
                  <a:pt x="9" y="103"/>
                  <a:pt x="0" y="111"/>
                  <a:pt x="0" y="122"/>
                </a:cubicBezTo>
                <a:cubicBezTo>
                  <a:pt x="0" y="132"/>
                  <a:pt x="9" y="141"/>
                  <a:pt x="20" y="141"/>
                </a:cubicBezTo>
                <a:cubicBezTo>
                  <a:pt x="366" y="141"/>
                  <a:pt x="366" y="141"/>
                  <a:pt x="366" y="141"/>
                </a:cubicBezTo>
                <a:cubicBezTo>
                  <a:pt x="376" y="141"/>
                  <a:pt x="385" y="132"/>
                  <a:pt x="385" y="122"/>
                </a:cubicBezTo>
                <a:close/>
                <a:moveTo>
                  <a:pt x="385" y="224"/>
                </a:moveTo>
                <a:cubicBezTo>
                  <a:pt x="385" y="214"/>
                  <a:pt x="376" y="205"/>
                  <a:pt x="366" y="205"/>
                </a:cubicBezTo>
                <a:cubicBezTo>
                  <a:pt x="20" y="205"/>
                  <a:pt x="20" y="205"/>
                  <a:pt x="20" y="205"/>
                </a:cubicBezTo>
                <a:cubicBezTo>
                  <a:pt x="9" y="205"/>
                  <a:pt x="0" y="214"/>
                  <a:pt x="0" y="224"/>
                </a:cubicBezTo>
                <a:cubicBezTo>
                  <a:pt x="0" y="235"/>
                  <a:pt x="9" y="243"/>
                  <a:pt x="20" y="243"/>
                </a:cubicBezTo>
                <a:cubicBezTo>
                  <a:pt x="366" y="243"/>
                  <a:pt x="366" y="243"/>
                  <a:pt x="366" y="243"/>
                </a:cubicBezTo>
                <a:cubicBezTo>
                  <a:pt x="376" y="243"/>
                  <a:pt x="385" y="235"/>
                  <a:pt x="385" y="224"/>
                </a:cubicBezTo>
                <a:close/>
                <a:moveTo>
                  <a:pt x="212" y="327"/>
                </a:moveTo>
                <a:cubicBezTo>
                  <a:pt x="212" y="316"/>
                  <a:pt x="203" y="307"/>
                  <a:pt x="192" y="307"/>
                </a:cubicBezTo>
                <a:cubicBezTo>
                  <a:pt x="21" y="307"/>
                  <a:pt x="21" y="307"/>
                  <a:pt x="21" y="307"/>
                </a:cubicBezTo>
                <a:cubicBezTo>
                  <a:pt x="10" y="307"/>
                  <a:pt x="2" y="316"/>
                  <a:pt x="2" y="327"/>
                </a:cubicBezTo>
                <a:cubicBezTo>
                  <a:pt x="2" y="337"/>
                  <a:pt x="10" y="346"/>
                  <a:pt x="21" y="346"/>
                </a:cubicBezTo>
                <a:cubicBezTo>
                  <a:pt x="192" y="346"/>
                  <a:pt x="192" y="346"/>
                  <a:pt x="192" y="346"/>
                </a:cubicBezTo>
                <a:cubicBezTo>
                  <a:pt x="203" y="346"/>
                  <a:pt x="212" y="337"/>
                  <a:pt x="212" y="327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txBody>
          <a:bodyPr vert="horz" wrap="square" lIns="68765" tIns="34382" rIns="68765" bIns="34382" numCol="1" anchor="t" anchorCtr="0" compatLnSpc="1">
            <a:prstTxWarp prst="textNoShape">
              <a:avLst/>
            </a:prstTxWarp>
          </a:bodyPr>
          <a:lstStyle/>
          <a:p>
            <a:endParaRPr lang="en-US" sz="1355">
              <a:solidFill>
                <a:schemeClr val="bg1"/>
              </a:solidFill>
            </a:endParaRPr>
          </a:p>
        </p:txBody>
      </p:sp>
      <p:sp>
        <p:nvSpPr>
          <p:cNvPr id="23" name="Oval 22"/>
          <p:cNvSpPr/>
          <p:nvPr/>
        </p:nvSpPr>
        <p:spPr>
          <a:xfrm>
            <a:off x="2229341" y="8508436"/>
            <a:ext cx="159096" cy="158283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24" name="Oval 23"/>
          <p:cNvSpPr/>
          <p:nvPr/>
        </p:nvSpPr>
        <p:spPr>
          <a:xfrm>
            <a:off x="2835942" y="2921964"/>
            <a:ext cx="366765" cy="36489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36" name="Текст 7"/>
          <p:cNvSpPr>
            <a:spLocks noGrp="1"/>
          </p:cNvSpPr>
          <p:nvPr>
            <p:ph type="body" sz="quarter" idx="68" hasCustomPrompt="1"/>
          </p:nvPr>
        </p:nvSpPr>
        <p:spPr>
          <a:xfrm>
            <a:off x="9144000" y="3020059"/>
            <a:ext cx="3402807" cy="672402"/>
          </a:xfrm>
        </p:spPr>
        <p:txBody>
          <a:bodyPr tIns="0" anchor="b">
            <a:noAutofit/>
          </a:bodyPr>
          <a:lstStyle>
            <a:lvl1pPr algn="l">
              <a:lnSpc>
                <a:spcPct val="145000"/>
              </a:lnSpc>
              <a:spcBef>
                <a:spcPts val="0"/>
              </a:spcBef>
              <a:defRPr sz="2400" b="0" baseline="0">
                <a:solidFill>
                  <a:schemeClr val="tx1"/>
                </a:solidFill>
                <a:latin typeface="+mj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Write text here</a:t>
            </a:r>
          </a:p>
        </p:txBody>
      </p:sp>
      <p:sp>
        <p:nvSpPr>
          <p:cNvPr id="40" name="Текст 7"/>
          <p:cNvSpPr>
            <a:spLocks noGrp="1"/>
          </p:cNvSpPr>
          <p:nvPr>
            <p:ph type="body" sz="quarter" idx="90" hasCustomPrompt="1"/>
          </p:nvPr>
        </p:nvSpPr>
        <p:spPr>
          <a:xfrm>
            <a:off x="9144000" y="3692462"/>
            <a:ext cx="3402807" cy="1451833"/>
          </a:xfrm>
        </p:spPr>
        <p:txBody>
          <a:bodyPr tIns="0">
            <a:noAutofit/>
          </a:bodyPr>
          <a:lstStyle>
            <a:lvl1pPr algn="l">
              <a:lnSpc>
                <a:spcPct val="145000"/>
              </a:lnSpc>
              <a:spcBef>
                <a:spcPts val="0"/>
              </a:spcBef>
              <a:defRPr lang="en-US" sz="1350" b="0" i="0" baseline="0" smtClean="0">
                <a:effectLst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r>
              <a:rPr lang="en-US" dirty="0" err="1"/>
              <a:t>Behaviour</a:t>
            </a:r>
            <a:r>
              <a:rPr lang="en-US" dirty="0"/>
              <a:t> we improving at something to. Evil true high lady roof men had open. </a:t>
            </a:r>
          </a:p>
        </p:txBody>
      </p:sp>
      <p:sp>
        <p:nvSpPr>
          <p:cNvPr id="41" name="Текст 7"/>
          <p:cNvSpPr>
            <a:spLocks noGrp="1"/>
          </p:cNvSpPr>
          <p:nvPr>
            <p:ph type="body" sz="quarter" idx="97" hasCustomPrompt="1"/>
          </p:nvPr>
        </p:nvSpPr>
        <p:spPr>
          <a:xfrm>
            <a:off x="13686468" y="3023376"/>
            <a:ext cx="3402807" cy="672402"/>
          </a:xfrm>
        </p:spPr>
        <p:txBody>
          <a:bodyPr tIns="0" anchor="b">
            <a:noAutofit/>
          </a:bodyPr>
          <a:lstStyle>
            <a:lvl1pPr algn="l">
              <a:lnSpc>
                <a:spcPct val="145000"/>
              </a:lnSpc>
              <a:spcBef>
                <a:spcPts val="0"/>
              </a:spcBef>
              <a:defRPr sz="2400" b="0" baseline="0">
                <a:solidFill>
                  <a:schemeClr val="tx1"/>
                </a:solidFill>
                <a:latin typeface="+mj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Write text here</a:t>
            </a:r>
          </a:p>
        </p:txBody>
      </p:sp>
      <p:sp>
        <p:nvSpPr>
          <p:cNvPr id="42" name="Текст 7"/>
          <p:cNvSpPr>
            <a:spLocks noGrp="1"/>
          </p:cNvSpPr>
          <p:nvPr>
            <p:ph type="body" sz="quarter" idx="98" hasCustomPrompt="1"/>
          </p:nvPr>
        </p:nvSpPr>
        <p:spPr>
          <a:xfrm>
            <a:off x="13686468" y="3695779"/>
            <a:ext cx="3402807" cy="1451833"/>
          </a:xfrm>
        </p:spPr>
        <p:txBody>
          <a:bodyPr tIns="0">
            <a:noAutofit/>
          </a:bodyPr>
          <a:lstStyle>
            <a:lvl1pPr algn="l">
              <a:lnSpc>
                <a:spcPct val="145000"/>
              </a:lnSpc>
              <a:spcBef>
                <a:spcPts val="0"/>
              </a:spcBef>
              <a:defRPr lang="en-US" sz="1350" b="0" i="0" baseline="0" smtClean="0">
                <a:effectLst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r>
              <a:rPr lang="en-US" dirty="0" err="1"/>
              <a:t>Behaviour</a:t>
            </a:r>
            <a:r>
              <a:rPr lang="en-US" dirty="0"/>
              <a:t> we improving at something to. Evil true high lady roof men had open. </a:t>
            </a:r>
          </a:p>
        </p:txBody>
      </p:sp>
      <p:sp>
        <p:nvSpPr>
          <p:cNvPr id="43" name="Текст 7"/>
          <p:cNvSpPr>
            <a:spLocks noGrp="1"/>
          </p:cNvSpPr>
          <p:nvPr>
            <p:ph type="body" sz="quarter" idx="99" hasCustomPrompt="1"/>
          </p:nvPr>
        </p:nvSpPr>
        <p:spPr>
          <a:xfrm>
            <a:off x="13686468" y="6760061"/>
            <a:ext cx="3402807" cy="672402"/>
          </a:xfrm>
        </p:spPr>
        <p:txBody>
          <a:bodyPr tIns="0" anchor="b">
            <a:noAutofit/>
          </a:bodyPr>
          <a:lstStyle>
            <a:lvl1pPr algn="l">
              <a:lnSpc>
                <a:spcPct val="145000"/>
              </a:lnSpc>
              <a:spcBef>
                <a:spcPts val="0"/>
              </a:spcBef>
              <a:defRPr sz="2400" b="0" baseline="0">
                <a:solidFill>
                  <a:schemeClr val="tx1"/>
                </a:solidFill>
                <a:latin typeface="+mj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Write text here</a:t>
            </a:r>
          </a:p>
        </p:txBody>
      </p:sp>
      <p:sp>
        <p:nvSpPr>
          <p:cNvPr id="44" name="Текст 7"/>
          <p:cNvSpPr>
            <a:spLocks noGrp="1"/>
          </p:cNvSpPr>
          <p:nvPr>
            <p:ph type="body" sz="quarter" idx="100" hasCustomPrompt="1"/>
          </p:nvPr>
        </p:nvSpPr>
        <p:spPr>
          <a:xfrm>
            <a:off x="13686468" y="7432464"/>
            <a:ext cx="3402807" cy="1451833"/>
          </a:xfrm>
        </p:spPr>
        <p:txBody>
          <a:bodyPr tIns="0">
            <a:noAutofit/>
          </a:bodyPr>
          <a:lstStyle>
            <a:lvl1pPr algn="l">
              <a:lnSpc>
                <a:spcPct val="145000"/>
              </a:lnSpc>
              <a:spcBef>
                <a:spcPts val="0"/>
              </a:spcBef>
              <a:defRPr lang="en-US" sz="1350" b="0" i="0" baseline="0" smtClean="0">
                <a:effectLst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r>
              <a:rPr lang="en-US" dirty="0" err="1"/>
              <a:t>Behaviour</a:t>
            </a:r>
            <a:r>
              <a:rPr lang="en-US" dirty="0"/>
              <a:t> we improving at something to. Evil true high lady roof men had open. </a:t>
            </a:r>
          </a:p>
        </p:txBody>
      </p:sp>
      <p:sp>
        <p:nvSpPr>
          <p:cNvPr id="45" name="Текст 7"/>
          <p:cNvSpPr>
            <a:spLocks noGrp="1"/>
          </p:cNvSpPr>
          <p:nvPr>
            <p:ph type="body" sz="quarter" idx="101" hasCustomPrompt="1"/>
          </p:nvPr>
        </p:nvSpPr>
        <p:spPr>
          <a:xfrm>
            <a:off x="9158141" y="6777980"/>
            <a:ext cx="3402807" cy="672402"/>
          </a:xfrm>
        </p:spPr>
        <p:txBody>
          <a:bodyPr tIns="0" anchor="b">
            <a:noAutofit/>
          </a:bodyPr>
          <a:lstStyle>
            <a:lvl1pPr algn="l">
              <a:lnSpc>
                <a:spcPct val="145000"/>
              </a:lnSpc>
              <a:spcBef>
                <a:spcPts val="0"/>
              </a:spcBef>
              <a:defRPr sz="2400" b="0" baseline="0">
                <a:solidFill>
                  <a:schemeClr val="tx1"/>
                </a:solidFill>
                <a:latin typeface="+mj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Write text here</a:t>
            </a:r>
          </a:p>
        </p:txBody>
      </p:sp>
      <p:sp>
        <p:nvSpPr>
          <p:cNvPr id="46" name="Текст 7"/>
          <p:cNvSpPr>
            <a:spLocks noGrp="1"/>
          </p:cNvSpPr>
          <p:nvPr>
            <p:ph type="body" sz="quarter" idx="102" hasCustomPrompt="1"/>
          </p:nvPr>
        </p:nvSpPr>
        <p:spPr>
          <a:xfrm>
            <a:off x="9158141" y="7450383"/>
            <a:ext cx="3402807" cy="1451833"/>
          </a:xfrm>
        </p:spPr>
        <p:txBody>
          <a:bodyPr tIns="0">
            <a:noAutofit/>
          </a:bodyPr>
          <a:lstStyle>
            <a:lvl1pPr algn="l">
              <a:lnSpc>
                <a:spcPct val="145000"/>
              </a:lnSpc>
              <a:spcBef>
                <a:spcPts val="0"/>
              </a:spcBef>
              <a:defRPr lang="en-US" sz="1350" b="0" i="0" baseline="0" smtClean="0">
                <a:effectLst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r>
              <a:rPr lang="en-US" dirty="0" err="1"/>
              <a:t>Behaviour</a:t>
            </a:r>
            <a:r>
              <a:rPr lang="en-US" dirty="0"/>
              <a:t> we improving at something to. Evil true high lady roof men had open. </a:t>
            </a:r>
          </a:p>
        </p:txBody>
      </p:sp>
      <p:sp>
        <p:nvSpPr>
          <p:cNvPr id="47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16393230" y="662090"/>
            <a:ext cx="1055214" cy="366769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r">
              <a:defRPr sz="1204" b="1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7" name="Текст 7"/>
          <p:cNvSpPr>
            <a:spLocks noGrp="1"/>
          </p:cNvSpPr>
          <p:nvPr>
            <p:ph type="body" sz="quarter" idx="103" hasCustomPrompt="1"/>
          </p:nvPr>
        </p:nvSpPr>
        <p:spPr>
          <a:xfrm rot="16200000">
            <a:off x="-2255390" y="4380078"/>
            <a:ext cx="6211260" cy="956840"/>
          </a:xfrm>
        </p:spPr>
        <p:txBody>
          <a:bodyPr tIns="0" bIns="0" anchor="ctr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600" b="0" baseline="0">
                <a:solidFill>
                  <a:schemeClr val="tx1"/>
                </a:solidFill>
                <a:latin typeface="+mj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cxnSp>
        <p:nvCxnSpPr>
          <p:cNvPr id="28" name="Straight Connector 27"/>
          <p:cNvCxnSpPr/>
          <p:nvPr/>
        </p:nvCxnSpPr>
        <p:spPr>
          <a:xfrm>
            <a:off x="850239" y="8307097"/>
            <a:ext cx="0" cy="1981492"/>
          </a:xfrm>
          <a:prstGeom prst="line">
            <a:avLst/>
          </a:prstGeom>
          <a:ln w="19050">
            <a:solidFill>
              <a:schemeClr val="tx1">
                <a:alpha val="7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2344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 isContent="1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s_0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16393230" y="662090"/>
            <a:ext cx="1055214" cy="366769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r">
              <a:defRPr sz="1204" b="1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14363701" y="1798922"/>
            <a:ext cx="7043291" cy="7007307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26" name="Oval 25"/>
          <p:cNvSpPr/>
          <p:nvPr/>
        </p:nvSpPr>
        <p:spPr>
          <a:xfrm>
            <a:off x="4976987" y="2427427"/>
            <a:ext cx="5416262" cy="5388590"/>
          </a:xfrm>
          <a:prstGeom prst="ellipse">
            <a:avLst/>
          </a:prstGeom>
          <a:solidFill>
            <a:schemeClr val="accent2"/>
          </a:solidFill>
          <a:ln w="6350">
            <a:noFill/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35" name="Oval 34"/>
          <p:cNvSpPr/>
          <p:nvPr/>
        </p:nvSpPr>
        <p:spPr>
          <a:xfrm>
            <a:off x="546408" y="1028859"/>
            <a:ext cx="8368323" cy="8325570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36" name="Oval 35"/>
          <p:cNvSpPr/>
          <p:nvPr/>
        </p:nvSpPr>
        <p:spPr>
          <a:xfrm>
            <a:off x="2229341" y="8508436"/>
            <a:ext cx="159096" cy="158283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37" name="Oval 36"/>
          <p:cNvSpPr/>
          <p:nvPr/>
        </p:nvSpPr>
        <p:spPr>
          <a:xfrm>
            <a:off x="2835942" y="2921964"/>
            <a:ext cx="366765" cy="36489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18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9144001" y="688724"/>
            <a:ext cx="6805611" cy="5572606"/>
          </a:xfrm>
        </p:spPr>
        <p:txBody>
          <a:bodyPr tIns="0" bIns="91440" anchor="ctr" anchorCtr="0"/>
          <a:lstStyle>
            <a:lvl1pPr algn="l">
              <a:lnSpc>
                <a:spcPct val="10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HERE</a:t>
            </a:r>
          </a:p>
        </p:txBody>
      </p:sp>
      <p:sp>
        <p:nvSpPr>
          <p:cNvPr id="19" name="Текст 7"/>
          <p:cNvSpPr>
            <a:spLocks noGrp="1"/>
          </p:cNvSpPr>
          <p:nvPr>
            <p:ph type="body" sz="quarter" idx="40" hasCustomPrompt="1"/>
          </p:nvPr>
        </p:nvSpPr>
        <p:spPr>
          <a:xfrm>
            <a:off x="9144003" y="6515599"/>
            <a:ext cx="3402804" cy="1144297"/>
          </a:xfrm>
        </p:spPr>
        <p:txBody>
          <a:bodyPr tIns="73152" anchor="t">
            <a:noAutofit/>
          </a:bodyPr>
          <a:lstStyle>
            <a:lvl1pPr algn="l">
              <a:lnSpc>
                <a:spcPct val="145000"/>
              </a:lnSpc>
              <a:spcBef>
                <a:spcPts val="0"/>
              </a:spcBef>
              <a:defRPr sz="1500" b="1" baseline="0">
                <a:solidFill>
                  <a:schemeClr val="tx1">
                    <a:alpha val="80000"/>
                  </a:schemeClr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Write text here</a:t>
            </a:r>
          </a:p>
        </p:txBody>
      </p:sp>
      <p:sp>
        <p:nvSpPr>
          <p:cNvPr id="20" name="Picture Placeholder 16"/>
          <p:cNvSpPr>
            <a:spLocks noGrp="1"/>
          </p:cNvSpPr>
          <p:nvPr>
            <p:ph type="pic" sz="quarter" idx="87" hasCustomPrompt="1"/>
          </p:nvPr>
        </p:nvSpPr>
        <p:spPr>
          <a:xfrm>
            <a:off x="10911643" y="6100807"/>
            <a:ext cx="3270327" cy="3253621"/>
          </a:xfrm>
          <a:custGeom>
            <a:avLst/>
            <a:gdLst>
              <a:gd name="connsiteX0" fmla="*/ 2374769 w 4749538"/>
              <a:gd name="connsiteY0" fmla="*/ 0 h 4724544"/>
              <a:gd name="connsiteX1" fmla="*/ 4749538 w 4749538"/>
              <a:gd name="connsiteY1" fmla="*/ 2362272 h 4724544"/>
              <a:gd name="connsiteX2" fmla="*/ 2374769 w 4749538"/>
              <a:gd name="connsiteY2" fmla="*/ 4724544 h 4724544"/>
              <a:gd name="connsiteX3" fmla="*/ 0 w 4749538"/>
              <a:gd name="connsiteY3" fmla="*/ 2362272 h 4724544"/>
              <a:gd name="connsiteX4" fmla="*/ 2374769 w 4749538"/>
              <a:gd name="connsiteY4" fmla="*/ 0 h 47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9538" h="4724544">
                <a:moveTo>
                  <a:pt x="2374769" y="0"/>
                </a:moveTo>
                <a:cubicBezTo>
                  <a:pt x="3686318" y="0"/>
                  <a:pt x="4749538" y="1057625"/>
                  <a:pt x="4749538" y="2362272"/>
                </a:cubicBezTo>
                <a:cubicBezTo>
                  <a:pt x="4749538" y="3666919"/>
                  <a:pt x="3686318" y="4724544"/>
                  <a:pt x="2374769" y="4724544"/>
                </a:cubicBezTo>
                <a:cubicBezTo>
                  <a:pt x="1063220" y="4724544"/>
                  <a:pt x="0" y="3666919"/>
                  <a:pt x="0" y="2362272"/>
                </a:cubicBezTo>
                <a:cubicBezTo>
                  <a:pt x="0" y="1057625"/>
                  <a:pt x="1063220" y="0"/>
                  <a:pt x="2374769" y="0"/>
                </a:cubicBezTo>
                <a:close/>
              </a:path>
            </a:pathLst>
          </a:custGeom>
          <a:solidFill>
            <a:schemeClr val="tx1">
              <a:alpha val="10000"/>
            </a:schemeClr>
          </a:solidFill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defRPr sz="165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Drag and drop </a:t>
            </a:r>
          </a:p>
          <a:p>
            <a:r>
              <a:rPr lang="en-US" dirty="0"/>
              <a:t>image here</a:t>
            </a:r>
          </a:p>
        </p:txBody>
      </p:sp>
      <p:sp>
        <p:nvSpPr>
          <p:cNvPr id="12" name="Текст 7"/>
          <p:cNvSpPr>
            <a:spLocks noGrp="1"/>
          </p:cNvSpPr>
          <p:nvPr>
            <p:ph type="body" sz="quarter" idx="98" hasCustomPrompt="1"/>
          </p:nvPr>
        </p:nvSpPr>
        <p:spPr>
          <a:xfrm rot="16200000">
            <a:off x="-2255390" y="4380078"/>
            <a:ext cx="6211260" cy="956840"/>
          </a:xfrm>
        </p:spPr>
        <p:txBody>
          <a:bodyPr tIns="0" bIns="0" anchor="ctr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600" b="0" baseline="0">
                <a:solidFill>
                  <a:schemeClr val="tx1"/>
                </a:solidFill>
                <a:latin typeface="+mj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850239" y="8307097"/>
            <a:ext cx="0" cy="1981492"/>
          </a:xfrm>
          <a:prstGeom prst="line">
            <a:avLst/>
          </a:prstGeom>
          <a:ln w="19050">
            <a:solidFill>
              <a:schemeClr val="tx1">
                <a:alpha val="7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3121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 isContent="1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allery_0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/>
          <p:cNvSpPr>
            <a:spLocks noGrp="1"/>
          </p:cNvSpPr>
          <p:nvPr>
            <p:ph type="pic" sz="quarter" idx="86" hasCustomPrompt="1"/>
          </p:nvPr>
        </p:nvSpPr>
        <p:spPr>
          <a:xfrm>
            <a:off x="3452896" y="0"/>
            <a:ext cx="5379851" cy="4493563"/>
          </a:xfrm>
          <a:custGeom>
            <a:avLst/>
            <a:gdLst>
              <a:gd name="connsiteX0" fmla="*/ 478496 w 3586567"/>
              <a:gd name="connsiteY0" fmla="*/ 0 h 2995246"/>
              <a:gd name="connsiteX1" fmla="*/ 3108071 w 3586567"/>
              <a:gd name="connsiteY1" fmla="*/ 0 h 2995246"/>
              <a:gd name="connsiteX2" fmla="*/ 3120705 w 3586567"/>
              <a:gd name="connsiteY2" fmla="*/ 11981 h 2995246"/>
              <a:gd name="connsiteX3" fmla="*/ 3586567 w 3586567"/>
              <a:gd name="connsiteY3" fmla="*/ 1211400 h 2995246"/>
              <a:gd name="connsiteX4" fmla="*/ 1793284 w 3586567"/>
              <a:gd name="connsiteY4" fmla="*/ 2995246 h 2995246"/>
              <a:gd name="connsiteX5" fmla="*/ 0 w 3586567"/>
              <a:gd name="connsiteY5" fmla="*/ 1211400 h 2995246"/>
              <a:gd name="connsiteX6" fmla="*/ 465863 w 3586567"/>
              <a:gd name="connsiteY6" fmla="*/ 11981 h 2995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86567" h="2995246">
                <a:moveTo>
                  <a:pt x="478496" y="0"/>
                </a:moveTo>
                <a:lnTo>
                  <a:pt x="3108071" y="0"/>
                </a:lnTo>
                <a:lnTo>
                  <a:pt x="3120705" y="11981"/>
                </a:lnTo>
                <a:cubicBezTo>
                  <a:pt x="3410153" y="328769"/>
                  <a:pt x="3586567" y="749591"/>
                  <a:pt x="3586567" y="1211400"/>
                </a:cubicBezTo>
                <a:cubicBezTo>
                  <a:pt x="3586567" y="2196591"/>
                  <a:pt x="2783687" y="2995246"/>
                  <a:pt x="1793284" y="2995246"/>
                </a:cubicBezTo>
                <a:cubicBezTo>
                  <a:pt x="802881" y="2995246"/>
                  <a:pt x="0" y="2196591"/>
                  <a:pt x="0" y="1211400"/>
                </a:cubicBezTo>
                <a:cubicBezTo>
                  <a:pt x="0" y="749591"/>
                  <a:pt x="176414" y="328769"/>
                  <a:pt x="465863" y="11981"/>
                </a:cubicBezTo>
                <a:close/>
              </a:path>
            </a:pathLst>
          </a:custGeom>
          <a:solidFill>
            <a:schemeClr val="tx1">
              <a:alpha val="10000"/>
            </a:schemeClr>
          </a:solidFill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defRPr sz="165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Drag and drop </a:t>
            </a:r>
          </a:p>
          <a:p>
            <a:r>
              <a:rPr lang="en-US" dirty="0"/>
              <a:t>image here</a:t>
            </a:r>
          </a:p>
        </p:txBody>
      </p:sp>
      <p:sp>
        <p:nvSpPr>
          <p:cNvPr id="15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16393230" y="662090"/>
            <a:ext cx="1055214" cy="366769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r">
              <a:defRPr sz="1204" b="1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14363701" y="1798922"/>
            <a:ext cx="7043291" cy="7007307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23" name="Oval 22"/>
          <p:cNvSpPr/>
          <p:nvPr/>
        </p:nvSpPr>
        <p:spPr>
          <a:xfrm>
            <a:off x="-619482" y="-262096"/>
            <a:ext cx="9763481" cy="9713599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42" name="Текст 7"/>
          <p:cNvSpPr>
            <a:spLocks noGrp="1"/>
          </p:cNvSpPr>
          <p:nvPr>
            <p:ph type="body" sz="quarter" idx="72" hasCustomPrompt="1"/>
          </p:nvPr>
        </p:nvSpPr>
        <p:spPr>
          <a:xfrm>
            <a:off x="5754961" y="3834949"/>
            <a:ext cx="2346251" cy="1309345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7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WRITE TITLE HERE</a:t>
            </a:r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89" hasCustomPrompt="1"/>
          </p:nvPr>
        </p:nvSpPr>
        <p:spPr>
          <a:xfrm>
            <a:off x="9153525" y="6191916"/>
            <a:ext cx="4526757" cy="4096673"/>
          </a:xfrm>
          <a:custGeom>
            <a:avLst/>
            <a:gdLst>
              <a:gd name="connsiteX0" fmla="*/ 902827 w 1805653"/>
              <a:gd name="connsiteY0" fmla="*/ 0 h 1633847"/>
              <a:gd name="connsiteX1" fmla="*/ 1805653 w 1805653"/>
              <a:gd name="connsiteY1" fmla="*/ 898076 h 1633847"/>
              <a:gd name="connsiteX2" fmla="*/ 1541222 w 1805653"/>
              <a:gd name="connsiteY2" fmla="*/ 1533111 h 1633847"/>
              <a:gd name="connsiteX3" fmla="*/ 1418482 w 1805653"/>
              <a:gd name="connsiteY3" fmla="*/ 1633847 h 1633847"/>
              <a:gd name="connsiteX4" fmla="*/ 387171 w 1805653"/>
              <a:gd name="connsiteY4" fmla="*/ 1633847 h 1633847"/>
              <a:gd name="connsiteX5" fmla="*/ 264432 w 1805653"/>
              <a:gd name="connsiteY5" fmla="*/ 1533111 h 1633847"/>
              <a:gd name="connsiteX6" fmla="*/ 0 w 1805653"/>
              <a:gd name="connsiteY6" fmla="*/ 898076 h 1633847"/>
              <a:gd name="connsiteX7" fmla="*/ 902827 w 1805653"/>
              <a:gd name="connsiteY7" fmla="*/ 0 h 1633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05653" h="1633847">
                <a:moveTo>
                  <a:pt x="902827" y="0"/>
                </a:moveTo>
                <a:cubicBezTo>
                  <a:pt x="1401444" y="0"/>
                  <a:pt x="1805653" y="402082"/>
                  <a:pt x="1805653" y="898076"/>
                </a:cubicBezTo>
                <a:cubicBezTo>
                  <a:pt x="1805653" y="1146073"/>
                  <a:pt x="1704601" y="1370591"/>
                  <a:pt x="1541222" y="1533111"/>
                </a:cubicBezTo>
                <a:lnTo>
                  <a:pt x="1418482" y="1633847"/>
                </a:lnTo>
                <a:lnTo>
                  <a:pt x="387171" y="1633847"/>
                </a:lnTo>
                <a:lnTo>
                  <a:pt x="264432" y="1533111"/>
                </a:lnTo>
                <a:cubicBezTo>
                  <a:pt x="101053" y="1370591"/>
                  <a:pt x="0" y="1146073"/>
                  <a:pt x="0" y="898076"/>
                </a:cubicBezTo>
                <a:cubicBezTo>
                  <a:pt x="0" y="402082"/>
                  <a:pt x="404209" y="0"/>
                  <a:pt x="902827" y="0"/>
                </a:cubicBezTo>
                <a:close/>
              </a:path>
            </a:pathLst>
          </a:custGeom>
          <a:solidFill>
            <a:schemeClr val="tx1">
              <a:alpha val="10000"/>
            </a:schemeClr>
          </a:solidFill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defRPr sz="165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Drag and drop </a:t>
            </a:r>
          </a:p>
          <a:p>
            <a:r>
              <a:rPr lang="en-US" dirty="0"/>
              <a:t>image here</a:t>
            </a:r>
          </a:p>
        </p:txBody>
      </p:sp>
      <p:sp>
        <p:nvSpPr>
          <p:cNvPr id="66" name="Oval 65"/>
          <p:cNvSpPr/>
          <p:nvPr/>
        </p:nvSpPr>
        <p:spPr>
          <a:xfrm>
            <a:off x="1063452" y="8619366"/>
            <a:ext cx="159096" cy="158283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29" name="Oval 28"/>
          <p:cNvSpPr/>
          <p:nvPr/>
        </p:nvSpPr>
        <p:spPr>
          <a:xfrm>
            <a:off x="14833947" y="1798921"/>
            <a:ext cx="366765" cy="36489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30" name="Текст 7"/>
          <p:cNvSpPr>
            <a:spLocks noGrp="1"/>
          </p:cNvSpPr>
          <p:nvPr>
            <p:ph type="body" sz="quarter" idx="92" hasCustomPrompt="1"/>
          </p:nvPr>
        </p:nvSpPr>
        <p:spPr>
          <a:xfrm>
            <a:off x="12106914" y="3834949"/>
            <a:ext cx="2256786" cy="1309345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7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WRITE TITLE HERE</a:t>
            </a:r>
          </a:p>
        </p:txBody>
      </p:sp>
      <p:sp>
        <p:nvSpPr>
          <p:cNvPr id="32" name="Picture Placeholder 16"/>
          <p:cNvSpPr>
            <a:spLocks noGrp="1"/>
          </p:cNvSpPr>
          <p:nvPr>
            <p:ph type="pic" sz="quarter" idx="93" hasCustomPrompt="1"/>
          </p:nvPr>
        </p:nvSpPr>
        <p:spPr>
          <a:xfrm>
            <a:off x="9153526" y="2789674"/>
            <a:ext cx="2708480" cy="2694642"/>
          </a:xfrm>
          <a:custGeom>
            <a:avLst/>
            <a:gdLst>
              <a:gd name="connsiteX0" fmla="*/ 2374769 w 4749538"/>
              <a:gd name="connsiteY0" fmla="*/ 0 h 4724544"/>
              <a:gd name="connsiteX1" fmla="*/ 4749538 w 4749538"/>
              <a:gd name="connsiteY1" fmla="*/ 2362272 h 4724544"/>
              <a:gd name="connsiteX2" fmla="*/ 2374769 w 4749538"/>
              <a:gd name="connsiteY2" fmla="*/ 4724544 h 4724544"/>
              <a:gd name="connsiteX3" fmla="*/ 0 w 4749538"/>
              <a:gd name="connsiteY3" fmla="*/ 2362272 h 4724544"/>
              <a:gd name="connsiteX4" fmla="*/ 2374769 w 4749538"/>
              <a:gd name="connsiteY4" fmla="*/ 0 h 47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9538" h="4724544">
                <a:moveTo>
                  <a:pt x="2374769" y="0"/>
                </a:moveTo>
                <a:cubicBezTo>
                  <a:pt x="3686318" y="0"/>
                  <a:pt x="4749538" y="1057625"/>
                  <a:pt x="4749538" y="2362272"/>
                </a:cubicBezTo>
                <a:cubicBezTo>
                  <a:pt x="4749538" y="3666919"/>
                  <a:pt x="3686318" y="4724544"/>
                  <a:pt x="2374769" y="4724544"/>
                </a:cubicBezTo>
                <a:cubicBezTo>
                  <a:pt x="1063220" y="4724544"/>
                  <a:pt x="0" y="3666919"/>
                  <a:pt x="0" y="2362272"/>
                </a:cubicBezTo>
                <a:cubicBezTo>
                  <a:pt x="0" y="1057625"/>
                  <a:pt x="1063220" y="0"/>
                  <a:pt x="2374769" y="0"/>
                </a:cubicBezTo>
                <a:close/>
              </a:path>
            </a:pathLst>
          </a:custGeom>
          <a:solidFill>
            <a:schemeClr val="tx1">
              <a:alpha val="10000"/>
            </a:schemeClr>
          </a:solidFill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defRPr sz="165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Drag and drop </a:t>
            </a:r>
          </a:p>
          <a:p>
            <a:r>
              <a:rPr lang="en-US" dirty="0"/>
              <a:t>image here</a:t>
            </a:r>
          </a:p>
        </p:txBody>
      </p:sp>
      <p:sp>
        <p:nvSpPr>
          <p:cNvPr id="16" name="Текст 7"/>
          <p:cNvSpPr>
            <a:spLocks noGrp="1"/>
          </p:cNvSpPr>
          <p:nvPr>
            <p:ph type="body" sz="quarter" idx="94" hasCustomPrompt="1"/>
          </p:nvPr>
        </p:nvSpPr>
        <p:spPr>
          <a:xfrm>
            <a:off x="5762658" y="7914196"/>
            <a:ext cx="2295357" cy="1309345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7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WRITE TITLE HERE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95" hasCustomPrompt="1"/>
          </p:nvPr>
        </p:nvSpPr>
        <p:spPr>
          <a:xfrm>
            <a:off x="4625392" y="5801971"/>
            <a:ext cx="2708480" cy="2694642"/>
          </a:xfrm>
          <a:custGeom>
            <a:avLst/>
            <a:gdLst>
              <a:gd name="connsiteX0" fmla="*/ 2374769 w 4749538"/>
              <a:gd name="connsiteY0" fmla="*/ 0 h 4724544"/>
              <a:gd name="connsiteX1" fmla="*/ 4749538 w 4749538"/>
              <a:gd name="connsiteY1" fmla="*/ 2362272 h 4724544"/>
              <a:gd name="connsiteX2" fmla="*/ 2374769 w 4749538"/>
              <a:gd name="connsiteY2" fmla="*/ 4724544 h 4724544"/>
              <a:gd name="connsiteX3" fmla="*/ 0 w 4749538"/>
              <a:gd name="connsiteY3" fmla="*/ 2362272 h 4724544"/>
              <a:gd name="connsiteX4" fmla="*/ 2374769 w 4749538"/>
              <a:gd name="connsiteY4" fmla="*/ 0 h 47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9538" h="4724544">
                <a:moveTo>
                  <a:pt x="2374769" y="0"/>
                </a:moveTo>
                <a:cubicBezTo>
                  <a:pt x="3686318" y="0"/>
                  <a:pt x="4749538" y="1057625"/>
                  <a:pt x="4749538" y="2362272"/>
                </a:cubicBezTo>
                <a:cubicBezTo>
                  <a:pt x="4749538" y="3666919"/>
                  <a:pt x="3686318" y="4724544"/>
                  <a:pt x="2374769" y="4724544"/>
                </a:cubicBezTo>
                <a:cubicBezTo>
                  <a:pt x="1063220" y="4724544"/>
                  <a:pt x="0" y="3666919"/>
                  <a:pt x="0" y="2362272"/>
                </a:cubicBezTo>
                <a:cubicBezTo>
                  <a:pt x="0" y="1057625"/>
                  <a:pt x="1063220" y="0"/>
                  <a:pt x="2374769" y="0"/>
                </a:cubicBezTo>
                <a:close/>
              </a:path>
            </a:pathLst>
          </a:custGeom>
          <a:solidFill>
            <a:schemeClr val="tx1">
              <a:alpha val="10000"/>
            </a:schemeClr>
          </a:solidFill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defRPr sz="165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Drag and drop </a:t>
            </a:r>
          </a:p>
          <a:p>
            <a:r>
              <a:rPr lang="en-US" dirty="0"/>
              <a:t>image here</a:t>
            </a:r>
          </a:p>
        </p:txBody>
      </p:sp>
      <p:sp>
        <p:nvSpPr>
          <p:cNvPr id="25" name="Oval 24"/>
          <p:cNvSpPr/>
          <p:nvPr/>
        </p:nvSpPr>
        <p:spPr>
          <a:xfrm>
            <a:off x="17145002" y="2874613"/>
            <a:ext cx="2551836" cy="2538798"/>
          </a:xfrm>
          <a:prstGeom prst="ellipse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28" name="Текст 7"/>
          <p:cNvSpPr>
            <a:spLocks noGrp="1"/>
          </p:cNvSpPr>
          <p:nvPr>
            <p:ph type="body" sz="quarter" idx="99" hasCustomPrompt="1"/>
          </p:nvPr>
        </p:nvSpPr>
        <p:spPr>
          <a:xfrm>
            <a:off x="13925192" y="7914196"/>
            <a:ext cx="2256786" cy="1309345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7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WRITE TITLE HERE</a:t>
            </a:r>
          </a:p>
        </p:txBody>
      </p:sp>
      <p:sp>
        <p:nvSpPr>
          <p:cNvPr id="18" name="Текст 7"/>
          <p:cNvSpPr>
            <a:spLocks noGrp="1"/>
          </p:cNvSpPr>
          <p:nvPr>
            <p:ph type="body" sz="quarter" idx="98" hasCustomPrompt="1"/>
          </p:nvPr>
        </p:nvSpPr>
        <p:spPr>
          <a:xfrm rot="16200000">
            <a:off x="-2255390" y="4380078"/>
            <a:ext cx="6211260" cy="956840"/>
          </a:xfrm>
        </p:spPr>
        <p:txBody>
          <a:bodyPr tIns="0" bIns="0" anchor="ctr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600" b="0" baseline="0">
                <a:solidFill>
                  <a:schemeClr val="tx1"/>
                </a:solidFill>
                <a:latin typeface="+mj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850239" y="8307097"/>
            <a:ext cx="0" cy="1981492"/>
          </a:xfrm>
          <a:prstGeom prst="line">
            <a:avLst/>
          </a:prstGeom>
          <a:ln w="19050">
            <a:solidFill>
              <a:schemeClr val="tx1">
                <a:alpha val="7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694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 isContent="1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WOT_0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16393230" y="662090"/>
            <a:ext cx="1055214" cy="366769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r">
              <a:defRPr sz="1204" b="1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Oval 22"/>
          <p:cNvSpPr/>
          <p:nvPr/>
        </p:nvSpPr>
        <p:spPr>
          <a:xfrm>
            <a:off x="5741195" y="981509"/>
            <a:ext cx="8368323" cy="8325570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66" name="Oval 65"/>
          <p:cNvSpPr/>
          <p:nvPr/>
        </p:nvSpPr>
        <p:spPr>
          <a:xfrm>
            <a:off x="2299277" y="8671199"/>
            <a:ext cx="159096" cy="158283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17" name="Oval 16"/>
          <p:cNvSpPr/>
          <p:nvPr/>
        </p:nvSpPr>
        <p:spPr>
          <a:xfrm>
            <a:off x="12784820" y="1612063"/>
            <a:ext cx="4725212" cy="4701072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16" name="Picture Placeholder 24"/>
          <p:cNvSpPr>
            <a:spLocks noGrp="1"/>
          </p:cNvSpPr>
          <p:nvPr>
            <p:ph type="pic" sz="quarter" idx="41" hasCustomPrompt="1"/>
          </p:nvPr>
        </p:nvSpPr>
        <p:spPr>
          <a:xfrm>
            <a:off x="1143001" y="1193871"/>
            <a:ext cx="5731670" cy="5702388"/>
          </a:xfrm>
          <a:custGeom>
            <a:avLst/>
            <a:gdLst>
              <a:gd name="connsiteX0" fmla="*/ 2374769 w 4749538"/>
              <a:gd name="connsiteY0" fmla="*/ 0 h 4724544"/>
              <a:gd name="connsiteX1" fmla="*/ 4749538 w 4749538"/>
              <a:gd name="connsiteY1" fmla="*/ 2362272 h 4724544"/>
              <a:gd name="connsiteX2" fmla="*/ 2374769 w 4749538"/>
              <a:gd name="connsiteY2" fmla="*/ 4724544 h 4724544"/>
              <a:gd name="connsiteX3" fmla="*/ 0 w 4749538"/>
              <a:gd name="connsiteY3" fmla="*/ 2362272 h 4724544"/>
              <a:gd name="connsiteX4" fmla="*/ 2374769 w 4749538"/>
              <a:gd name="connsiteY4" fmla="*/ 0 h 47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9538" h="4724544">
                <a:moveTo>
                  <a:pt x="2374769" y="0"/>
                </a:moveTo>
                <a:cubicBezTo>
                  <a:pt x="3686318" y="0"/>
                  <a:pt x="4749538" y="1057625"/>
                  <a:pt x="4749538" y="2362272"/>
                </a:cubicBezTo>
                <a:cubicBezTo>
                  <a:pt x="4749538" y="3666919"/>
                  <a:pt x="3686318" y="4724544"/>
                  <a:pt x="2374769" y="4724544"/>
                </a:cubicBezTo>
                <a:cubicBezTo>
                  <a:pt x="1063220" y="4724544"/>
                  <a:pt x="0" y="3666919"/>
                  <a:pt x="0" y="2362272"/>
                </a:cubicBezTo>
                <a:cubicBezTo>
                  <a:pt x="0" y="1057625"/>
                  <a:pt x="1063220" y="0"/>
                  <a:pt x="2374769" y="0"/>
                </a:cubicBezTo>
                <a:close/>
              </a:path>
            </a:pathLst>
          </a:custGeom>
          <a:solidFill>
            <a:schemeClr val="tx1">
              <a:alpha val="10000"/>
            </a:schemeClr>
          </a:solidFill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defRPr sz="165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Drag and drop </a:t>
            </a:r>
          </a:p>
          <a:p>
            <a:r>
              <a:rPr lang="en-US" dirty="0"/>
              <a:t>image here</a:t>
            </a:r>
          </a:p>
        </p:txBody>
      </p:sp>
      <p:sp>
        <p:nvSpPr>
          <p:cNvPr id="21" name="Picture Placeholder 24"/>
          <p:cNvSpPr>
            <a:spLocks noGrp="1"/>
          </p:cNvSpPr>
          <p:nvPr>
            <p:ph type="pic" sz="quarter" idx="77" hasCustomPrompt="1"/>
          </p:nvPr>
        </p:nvSpPr>
        <p:spPr>
          <a:xfrm>
            <a:off x="6904516" y="2910099"/>
            <a:ext cx="2212019" cy="2200717"/>
          </a:xfrm>
          <a:custGeom>
            <a:avLst/>
            <a:gdLst>
              <a:gd name="connsiteX0" fmla="*/ 2374769 w 4749538"/>
              <a:gd name="connsiteY0" fmla="*/ 0 h 4724544"/>
              <a:gd name="connsiteX1" fmla="*/ 4749538 w 4749538"/>
              <a:gd name="connsiteY1" fmla="*/ 2362272 h 4724544"/>
              <a:gd name="connsiteX2" fmla="*/ 2374769 w 4749538"/>
              <a:gd name="connsiteY2" fmla="*/ 4724544 h 4724544"/>
              <a:gd name="connsiteX3" fmla="*/ 0 w 4749538"/>
              <a:gd name="connsiteY3" fmla="*/ 2362272 h 4724544"/>
              <a:gd name="connsiteX4" fmla="*/ 2374769 w 4749538"/>
              <a:gd name="connsiteY4" fmla="*/ 0 h 47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9538" h="4724544">
                <a:moveTo>
                  <a:pt x="2374769" y="0"/>
                </a:moveTo>
                <a:cubicBezTo>
                  <a:pt x="3686318" y="0"/>
                  <a:pt x="4749538" y="1057625"/>
                  <a:pt x="4749538" y="2362272"/>
                </a:cubicBezTo>
                <a:cubicBezTo>
                  <a:pt x="4749538" y="3666919"/>
                  <a:pt x="3686318" y="4724544"/>
                  <a:pt x="2374769" y="4724544"/>
                </a:cubicBezTo>
                <a:cubicBezTo>
                  <a:pt x="1063220" y="4724544"/>
                  <a:pt x="0" y="3666919"/>
                  <a:pt x="0" y="2362272"/>
                </a:cubicBezTo>
                <a:cubicBezTo>
                  <a:pt x="0" y="1057625"/>
                  <a:pt x="1063220" y="0"/>
                  <a:pt x="2374769" y="0"/>
                </a:cubicBezTo>
                <a:close/>
              </a:path>
            </a:pathLst>
          </a:custGeom>
          <a:solidFill>
            <a:schemeClr val="tx1">
              <a:alpha val="10000"/>
            </a:schemeClr>
          </a:solidFill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defRPr sz="165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Drag and drop </a:t>
            </a:r>
          </a:p>
          <a:p>
            <a:r>
              <a:rPr lang="en-US" dirty="0"/>
              <a:t>image here</a:t>
            </a:r>
          </a:p>
        </p:txBody>
      </p:sp>
      <p:sp>
        <p:nvSpPr>
          <p:cNvPr id="24" name="Picture Placeholder 24"/>
          <p:cNvSpPr>
            <a:spLocks noGrp="1"/>
          </p:cNvSpPr>
          <p:nvPr>
            <p:ph type="pic" sz="quarter" idx="78" hasCustomPrompt="1"/>
          </p:nvPr>
        </p:nvSpPr>
        <p:spPr>
          <a:xfrm>
            <a:off x="9597990" y="3294225"/>
            <a:ext cx="1439823" cy="1432468"/>
          </a:xfrm>
          <a:custGeom>
            <a:avLst/>
            <a:gdLst>
              <a:gd name="connsiteX0" fmla="*/ 2374769 w 4749538"/>
              <a:gd name="connsiteY0" fmla="*/ 0 h 4724544"/>
              <a:gd name="connsiteX1" fmla="*/ 4749538 w 4749538"/>
              <a:gd name="connsiteY1" fmla="*/ 2362272 h 4724544"/>
              <a:gd name="connsiteX2" fmla="*/ 2374769 w 4749538"/>
              <a:gd name="connsiteY2" fmla="*/ 4724544 h 4724544"/>
              <a:gd name="connsiteX3" fmla="*/ 0 w 4749538"/>
              <a:gd name="connsiteY3" fmla="*/ 2362272 h 4724544"/>
              <a:gd name="connsiteX4" fmla="*/ 2374769 w 4749538"/>
              <a:gd name="connsiteY4" fmla="*/ 0 h 47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9538" h="4724544">
                <a:moveTo>
                  <a:pt x="2374769" y="0"/>
                </a:moveTo>
                <a:cubicBezTo>
                  <a:pt x="3686318" y="0"/>
                  <a:pt x="4749538" y="1057625"/>
                  <a:pt x="4749538" y="2362272"/>
                </a:cubicBezTo>
                <a:cubicBezTo>
                  <a:pt x="4749538" y="3666919"/>
                  <a:pt x="3686318" y="4724544"/>
                  <a:pt x="2374769" y="4724544"/>
                </a:cubicBezTo>
                <a:cubicBezTo>
                  <a:pt x="1063220" y="4724544"/>
                  <a:pt x="0" y="3666919"/>
                  <a:pt x="0" y="2362272"/>
                </a:cubicBezTo>
                <a:cubicBezTo>
                  <a:pt x="0" y="1057625"/>
                  <a:pt x="1063220" y="0"/>
                  <a:pt x="2374769" y="0"/>
                </a:cubicBezTo>
                <a:close/>
              </a:path>
            </a:pathLst>
          </a:custGeom>
          <a:solidFill>
            <a:schemeClr val="tx1">
              <a:alpha val="10000"/>
            </a:schemeClr>
          </a:solidFill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defRPr sz="165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Drag and drop </a:t>
            </a:r>
          </a:p>
          <a:p>
            <a:r>
              <a:rPr lang="en-US" dirty="0"/>
              <a:t>image here</a:t>
            </a:r>
          </a:p>
        </p:txBody>
      </p:sp>
      <p:sp>
        <p:nvSpPr>
          <p:cNvPr id="26" name="Picture Placeholder 24"/>
          <p:cNvSpPr>
            <a:spLocks noGrp="1"/>
          </p:cNvSpPr>
          <p:nvPr>
            <p:ph type="pic" sz="quarter" idx="79" hasCustomPrompt="1"/>
          </p:nvPr>
        </p:nvSpPr>
        <p:spPr>
          <a:xfrm>
            <a:off x="12782515" y="3131613"/>
            <a:ext cx="1836284" cy="1826901"/>
          </a:xfrm>
          <a:custGeom>
            <a:avLst/>
            <a:gdLst>
              <a:gd name="connsiteX0" fmla="*/ 2374769 w 4749538"/>
              <a:gd name="connsiteY0" fmla="*/ 0 h 4724544"/>
              <a:gd name="connsiteX1" fmla="*/ 4749538 w 4749538"/>
              <a:gd name="connsiteY1" fmla="*/ 2362272 h 4724544"/>
              <a:gd name="connsiteX2" fmla="*/ 2374769 w 4749538"/>
              <a:gd name="connsiteY2" fmla="*/ 4724544 h 4724544"/>
              <a:gd name="connsiteX3" fmla="*/ 0 w 4749538"/>
              <a:gd name="connsiteY3" fmla="*/ 2362272 h 4724544"/>
              <a:gd name="connsiteX4" fmla="*/ 2374769 w 4749538"/>
              <a:gd name="connsiteY4" fmla="*/ 0 h 47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9538" h="4724544">
                <a:moveTo>
                  <a:pt x="2374769" y="0"/>
                </a:moveTo>
                <a:cubicBezTo>
                  <a:pt x="3686318" y="0"/>
                  <a:pt x="4749538" y="1057625"/>
                  <a:pt x="4749538" y="2362272"/>
                </a:cubicBezTo>
                <a:cubicBezTo>
                  <a:pt x="4749538" y="3666919"/>
                  <a:pt x="3686318" y="4724544"/>
                  <a:pt x="2374769" y="4724544"/>
                </a:cubicBezTo>
                <a:cubicBezTo>
                  <a:pt x="1063220" y="4724544"/>
                  <a:pt x="0" y="3666919"/>
                  <a:pt x="0" y="2362272"/>
                </a:cubicBezTo>
                <a:cubicBezTo>
                  <a:pt x="0" y="1057625"/>
                  <a:pt x="1063220" y="0"/>
                  <a:pt x="2374769" y="0"/>
                </a:cubicBezTo>
                <a:close/>
              </a:path>
            </a:pathLst>
          </a:custGeom>
          <a:solidFill>
            <a:schemeClr val="tx1">
              <a:alpha val="10000"/>
            </a:schemeClr>
          </a:solidFill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defRPr sz="165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Drag and drop </a:t>
            </a:r>
          </a:p>
          <a:p>
            <a:r>
              <a:rPr lang="en-US" dirty="0"/>
              <a:t>image here</a:t>
            </a:r>
          </a:p>
        </p:txBody>
      </p:sp>
      <p:sp>
        <p:nvSpPr>
          <p:cNvPr id="28" name="Текст 7"/>
          <p:cNvSpPr>
            <a:spLocks noGrp="1"/>
          </p:cNvSpPr>
          <p:nvPr>
            <p:ph type="body" sz="quarter" idx="91" hasCustomPrompt="1"/>
          </p:nvPr>
        </p:nvSpPr>
        <p:spPr>
          <a:xfrm>
            <a:off x="3115959" y="3208367"/>
            <a:ext cx="1785750" cy="1542351"/>
          </a:xfrm>
          <a:noFill/>
        </p:spPr>
        <p:txBody>
          <a:bodyPr tIns="324000" bIns="0" anchor="ctr" anchorCtr="0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7250" b="0" baseline="0">
                <a:solidFill>
                  <a:schemeClr val="bg1"/>
                </a:solidFill>
                <a:latin typeface="+mj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S</a:t>
            </a:r>
          </a:p>
        </p:txBody>
      </p:sp>
      <p:sp>
        <p:nvSpPr>
          <p:cNvPr id="14" name="Текст 7"/>
          <p:cNvSpPr>
            <a:spLocks noGrp="1"/>
          </p:cNvSpPr>
          <p:nvPr>
            <p:ph type="body" sz="quarter" idx="76" hasCustomPrompt="1"/>
          </p:nvPr>
        </p:nvSpPr>
        <p:spPr>
          <a:xfrm>
            <a:off x="9144000" y="7391356"/>
            <a:ext cx="6805611" cy="1659483"/>
          </a:xfrm>
        </p:spPr>
        <p:txBody>
          <a:bodyPr tIns="0" numCol="1" spcCol="360000">
            <a:noAutofit/>
          </a:bodyPr>
          <a:lstStyle>
            <a:lvl1pPr algn="l">
              <a:lnSpc>
                <a:spcPct val="145000"/>
              </a:lnSpc>
              <a:spcBef>
                <a:spcPts val="0"/>
              </a:spcBef>
              <a:defRPr lang="en-US" sz="1350" b="0" i="0" baseline="0" smtClean="0">
                <a:effectLst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r>
              <a:rPr lang="en-US" dirty="0"/>
              <a:t>Wound young you thing worse along being ham. 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</a:t>
            </a:r>
            <a:endParaRPr lang="en-US" dirty="0"/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</a:t>
            </a:r>
            <a:endParaRPr lang="en-US" dirty="0"/>
          </a:p>
        </p:txBody>
      </p:sp>
      <p:sp>
        <p:nvSpPr>
          <p:cNvPr id="18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9143998" y="5944518"/>
            <a:ext cx="6805613" cy="1446838"/>
          </a:xfrm>
          <a:effectLst/>
        </p:spPr>
        <p:txBody>
          <a:bodyPr tIns="0" bIns="0" anchor="b" anchorCtr="0"/>
          <a:lstStyle>
            <a:lvl1pPr algn="l">
              <a:lnSpc>
                <a:spcPct val="100000"/>
              </a:lnSpc>
              <a:defRPr sz="9000" kern="3000" spc="0" baseline="0"/>
            </a:lvl1pPr>
          </a:lstStyle>
          <a:p>
            <a:r>
              <a:rPr lang="en-US" dirty="0"/>
              <a:t>TITLE HERE</a:t>
            </a:r>
          </a:p>
        </p:txBody>
      </p:sp>
      <p:sp>
        <p:nvSpPr>
          <p:cNvPr id="19" name="Текст 7"/>
          <p:cNvSpPr>
            <a:spLocks noGrp="1"/>
          </p:cNvSpPr>
          <p:nvPr>
            <p:ph type="body" sz="quarter" idx="99" hasCustomPrompt="1"/>
          </p:nvPr>
        </p:nvSpPr>
        <p:spPr>
          <a:xfrm rot="16200000">
            <a:off x="-2255390" y="4380078"/>
            <a:ext cx="6211260" cy="956840"/>
          </a:xfrm>
        </p:spPr>
        <p:txBody>
          <a:bodyPr tIns="0" bIns="0" anchor="ctr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600" b="0" baseline="0">
                <a:solidFill>
                  <a:schemeClr val="tx1"/>
                </a:solidFill>
                <a:latin typeface="+mj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850239" y="8307097"/>
            <a:ext cx="0" cy="1981492"/>
          </a:xfrm>
          <a:prstGeom prst="line">
            <a:avLst/>
          </a:prstGeom>
          <a:ln w="19050">
            <a:solidFill>
              <a:schemeClr val="tx1">
                <a:alpha val="7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7302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nt Icon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771653" y="1387399"/>
            <a:ext cx="5257800" cy="1028859"/>
          </a:xfrm>
        </p:spPr>
        <p:txBody>
          <a:bodyPr tIns="173736"/>
          <a:lstStyle>
            <a:lvl1pPr algn="l">
              <a:defRPr sz="3600"/>
            </a:lvl1pPr>
          </a:lstStyle>
          <a:p>
            <a:r>
              <a:rPr lang="en-US" dirty="0"/>
              <a:t>Title here</a:t>
            </a:r>
          </a:p>
        </p:txBody>
      </p:sp>
      <p:sp>
        <p:nvSpPr>
          <p:cNvPr id="10" name="Текст 7"/>
          <p:cNvSpPr>
            <a:spLocks noGrp="1"/>
          </p:cNvSpPr>
          <p:nvPr>
            <p:ph type="body" sz="quarter" idx="48" hasCustomPrompt="1"/>
          </p:nvPr>
        </p:nvSpPr>
        <p:spPr>
          <a:xfrm>
            <a:off x="1771664" y="2753150"/>
            <a:ext cx="1028699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3000" b="0" i="0" smtClean="0">
                <a:solidFill>
                  <a:schemeClr val="tx1">
                    <a:alpha val="70000"/>
                  </a:schemeClr>
                </a:solidFill>
                <a:effectLst/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11" name="Текст 7"/>
          <p:cNvSpPr>
            <a:spLocks noGrp="1"/>
          </p:cNvSpPr>
          <p:nvPr>
            <p:ph type="body" sz="quarter" idx="49" hasCustomPrompt="1"/>
          </p:nvPr>
        </p:nvSpPr>
        <p:spPr>
          <a:xfrm>
            <a:off x="2800351" y="2753150"/>
            <a:ext cx="1028702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12" name="Текст 7"/>
          <p:cNvSpPr>
            <a:spLocks noGrp="1"/>
          </p:cNvSpPr>
          <p:nvPr>
            <p:ph type="body" sz="quarter" idx="50" hasCustomPrompt="1"/>
          </p:nvPr>
        </p:nvSpPr>
        <p:spPr>
          <a:xfrm>
            <a:off x="3829054" y="2753150"/>
            <a:ext cx="1085849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13" name="Текст 7"/>
          <p:cNvSpPr>
            <a:spLocks noGrp="1"/>
          </p:cNvSpPr>
          <p:nvPr>
            <p:ph type="body" sz="quarter" idx="51" hasCustomPrompt="1"/>
          </p:nvPr>
        </p:nvSpPr>
        <p:spPr>
          <a:xfrm>
            <a:off x="4914901" y="2753150"/>
            <a:ext cx="1028702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14" name="Текст 7"/>
          <p:cNvSpPr>
            <a:spLocks noGrp="1"/>
          </p:cNvSpPr>
          <p:nvPr>
            <p:ph type="body" sz="quarter" idx="52" hasCustomPrompt="1"/>
          </p:nvPr>
        </p:nvSpPr>
        <p:spPr>
          <a:xfrm>
            <a:off x="5943612" y="2753150"/>
            <a:ext cx="1085850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15" name="Текст 7"/>
          <p:cNvSpPr>
            <a:spLocks noGrp="1"/>
          </p:cNvSpPr>
          <p:nvPr>
            <p:ph type="body" sz="quarter" idx="53" hasCustomPrompt="1"/>
          </p:nvPr>
        </p:nvSpPr>
        <p:spPr>
          <a:xfrm>
            <a:off x="7029452" y="2753150"/>
            <a:ext cx="1028702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16" name="Текст 7"/>
          <p:cNvSpPr>
            <a:spLocks noGrp="1"/>
          </p:cNvSpPr>
          <p:nvPr>
            <p:ph type="body" sz="quarter" idx="54" hasCustomPrompt="1"/>
          </p:nvPr>
        </p:nvSpPr>
        <p:spPr>
          <a:xfrm>
            <a:off x="8058162" y="2753150"/>
            <a:ext cx="1085850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17" name="Текст 7"/>
          <p:cNvSpPr>
            <a:spLocks noGrp="1"/>
          </p:cNvSpPr>
          <p:nvPr>
            <p:ph type="body" sz="quarter" idx="55" hasCustomPrompt="1"/>
          </p:nvPr>
        </p:nvSpPr>
        <p:spPr>
          <a:xfrm>
            <a:off x="9144016" y="2753150"/>
            <a:ext cx="1028699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18" name="Текст 7"/>
          <p:cNvSpPr>
            <a:spLocks noGrp="1"/>
          </p:cNvSpPr>
          <p:nvPr>
            <p:ph type="body" sz="quarter" idx="56" hasCustomPrompt="1"/>
          </p:nvPr>
        </p:nvSpPr>
        <p:spPr>
          <a:xfrm>
            <a:off x="10172704" y="2753150"/>
            <a:ext cx="1085849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19" name="Текст 7"/>
          <p:cNvSpPr>
            <a:spLocks noGrp="1"/>
          </p:cNvSpPr>
          <p:nvPr>
            <p:ph type="body" sz="quarter" idx="57" hasCustomPrompt="1"/>
          </p:nvPr>
        </p:nvSpPr>
        <p:spPr>
          <a:xfrm>
            <a:off x="11258562" y="2753150"/>
            <a:ext cx="1028702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20" name="Текст 7"/>
          <p:cNvSpPr>
            <a:spLocks noGrp="1"/>
          </p:cNvSpPr>
          <p:nvPr>
            <p:ph type="body" sz="quarter" idx="58" hasCustomPrompt="1"/>
          </p:nvPr>
        </p:nvSpPr>
        <p:spPr>
          <a:xfrm>
            <a:off x="12287261" y="2753150"/>
            <a:ext cx="1085850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22" name="Текст 7"/>
          <p:cNvSpPr>
            <a:spLocks noGrp="1"/>
          </p:cNvSpPr>
          <p:nvPr>
            <p:ph type="body" sz="quarter" idx="60" hasCustomPrompt="1"/>
          </p:nvPr>
        </p:nvSpPr>
        <p:spPr>
          <a:xfrm>
            <a:off x="13373101" y="2753150"/>
            <a:ext cx="1028702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23" name="Текст 7"/>
          <p:cNvSpPr>
            <a:spLocks noGrp="1"/>
          </p:cNvSpPr>
          <p:nvPr>
            <p:ph type="body" sz="quarter" idx="61" hasCustomPrompt="1"/>
          </p:nvPr>
        </p:nvSpPr>
        <p:spPr>
          <a:xfrm>
            <a:off x="14401812" y="2753150"/>
            <a:ext cx="1085850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25" name="Текст 7"/>
          <p:cNvSpPr>
            <a:spLocks noGrp="1"/>
          </p:cNvSpPr>
          <p:nvPr>
            <p:ph type="body" sz="quarter" idx="62" hasCustomPrompt="1"/>
          </p:nvPr>
        </p:nvSpPr>
        <p:spPr>
          <a:xfrm>
            <a:off x="15487652" y="2757723"/>
            <a:ext cx="1028702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26" name="Текст 7"/>
          <p:cNvSpPr>
            <a:spLocks noGrp="1"/>
          </p:cNvSpPr>
          <p:nvPr>
            <p:ph type="body" sz="quarter" idx="63" hasCustomPrompt="1"/>
          </p:nvPr>
        </p:nvSpPr>
        <p:spPr>
          <a:xfrm>
            <a:off x="1771664" y="3775865"/>
            <a:ext cx="1028699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27" name="Текст 7"/>
          <p:cNvSpPr>
            <a:spLocks noGrp="1"/>
          </p:cNvSpPr>
          <p:nvPr>
            <p:ph type="body" sz="quarter" idx="64" hasCustomPrompt="1"/>
          </p:nvPr>
        </p:nvSpPr>
        <p:spPr>
          <a:xfrm>
            <a:off x="2800352" y="3775865"/>
            <a:ext cx="1028702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28" name="Текст 7"/>
          <p:cNvSpPr>
            <a:spLocks noGrp="1"/>
          </p:cNvSpPr>
          <p:nvPr>
            <p:ph type="body" sz="quarter" idx="65" hasCustomPrompt="1"/>
          </p:nvPr>
        </p:nvSpPr>
        <p:spPr>
          <a:xfrm>
            <a:off x="3829058" y="3775865"/>
            <a:ext cx="1085849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29" name="Текст 7"/>
          <p:cNvSpPr>
            <a:spLocks noGrp="1"/>
          </p:cNvSpPr>
          <p:nvPr>
            <p:ph type="body" sz="quarter" idx="66" hasCustomPrompt="1"/>
          </p:nvPr>
        </p:nvSpPr>
        <p:spPr>
          <a:xfrm>
            <a:off x="4914902" y="3775865"/>
            <a:ext cx="1028702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30" name="Текст 7"/>
          <p:cNvSpPr>
            <a:spLocks noGrp="1"/>
          </p:cNvSpPr>
          <p:nvPr>
            <p:ph type="body" sz="quarter" idx="67" hasCustomPrompt="1"/>
          </p:nvPr>
        </p:nvSpPr>
        <p:spPr>
          <a:xfrm>
            <a:off x="5943612" y="3775865"/>
            <a:ext cx="1085850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31" name="Текст 7"/>
          <p:cNvSpPr>
            <a:spLocks noGrp="1"/>
          </p:cNvSpPr>
          <p:nvPr>
            <p:ph type="body" sz="quarter" idx="68" hasCustomPrompt="1"/>
          </p:nvPr>
        </p:nvSpPr>
        <p:spPr>
          <a:xfrm>
            <a:off x="7029455" y="3775865"/>
            <a:ext cx="1028702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32" name="Текст 7"/>
          <p:cNvSpPr>
            <a:spLocks noGrp="1"/>
          </p:cNvSpPr>
          <p:nvPr>
            <p:ph type="body" sz="quarter" idx="69" hasCustomPrompt="1"/>
          </p:nvPr>
        </p:nvSpPr>
        <p:spPr>
          <a:xfrm>
            <a:off x="8058162" y="3775865"/>
            <a:ext cx="1085850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33" name="Текст 7"/>
          <p:cNvSpPr>
            <a:spLocks noGrp="1"/>
          </p:cNvSpPr>
          <p:nvPr>
            <p:ph type="body" sz="quarter" idx="70" hasCustomPrompt="1"/>
          </p:nvPr>
        </p:nvSpPr>
        <p:spPr>
          <a:xfrm>
            <a:off x="9144016" y="3775865"/>
            <a:ext cx="1028699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34" name="Текст 7"/>
          <p:cNvSpPr>
            <a:spLocks noGrp="1"/>
          </p:cNvSpPr>
          <p:nvPr>
            <p:ph type="body" sz="quarter" idx="71" hasCustomPrompt="1"/>
          </p:nvPr>
        </p:nvSpPr>
        <p:spPr>
          <a:xfrm>
            <a:off x="10172710" y="3775865"/>
            <a:ext cx="1085849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35" name="Текст 7"/>
          <p:cNvSpPr>
            <a:spLocks noGrp="1"/>
          </p:cNvSpPr>
          <p:nvPr>
            <p:ph type="body" sz="quarter" idx="72" hasCustomPrompt="1"/>
          </p:nvPr>
        </p:nvSpPr>
        <p:spPr>
          <a:xfrm>
            <a:off x="11258562" y="3775865"/>
            <a:ext cx="1028702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36" name="Текст 7"/>
          <p:cNvSpPr>
            <a:spLocks noGrp="1"/>
          </p:cNvSpPr>
          <p:nvPr>
            <p:ph type="body" sz="quarter" idx="73" hasCustomPrompt="1"/>
          </p:nvPr>
        </p:nvSpPr>
        <p:spPr>
          <a:xfrm>
            <a:off x="12287261" y="3775865"/>
            <a:ext cx="1085850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37" name="Текст 7"/>
          <p:cNvSpPr>
            <a:spLocks noGrp="1"/>
          </p:cNvSpPr>
          <p:nvPr>
            <p:ph type="body" sz="quarter" idx="74" hasCustomPrompt="1"/>
          </p:nvPr>
        </p:nvSpPr>
        <p:spPr>
          <a:xfrm>
            <a:off x="13373102" y="3775865"/>
            <a:ext cx="1028702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38" name="Текст 7"/>
          <p:cNvSpPr>
            <a:spLocks noGrp="1"/>
          </p:cNvSpPr>
          <p:nvPr>
            <p:ph type="body" sz="quarter" idx="75" hasCustomPrompt="1"/>
          </p:nvPr>
        </p:nvSpPr>
        <p:spPr>
          <a:xfrm>
            <a:off x="14401812" y="3775865"/>
            <a:ext cx="1085850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39" name="Текст 7"/>
          <p:cNvSpPr>
            <a:spLocks noGrp="1"/>
          </p:cNvSpPr>
          <p:nvPr>
            <p:ph type="body" sz="quarter" idx="76" hasCustomPrompt="1"/>
          </p:nvPr>
        </p:nvSpPr>
        <p:spPr>
          <a:xfrm>
            <a:off x="15487655" y="3780438"/>
            <a:ext cx="1028702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40" name="Текст 7"/>
          <p:cNvSpPr>
            <a:spLocks noGrp="1"/>
          </p:cNvSpPr>
          <p:nvPr>
            <p:ph type="body" sz="quarter" idx="77" hasCustomPrompt="1"/>
          </p:nvPr>
        </p:nvSpPr>
        <p:spPr>
          <a:xfrm>
            <a:off x="1771664" y="4803153"/>
            <a:ext cx="1028699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41" name="Текст 7"/>
          <p:cNvSpPr>
            <a:spLocks noGrp="1"/>
          </p:cNvSpPr>
          <p:nvPr>
            <p:ph type="body" sz="quarter" idx="78" hasCustomPrompt="1"/>
          </p:nvPr>
        </p:nvSpPr>
        <p:spPr>
          <a:xfrm>
            <a:off x="2800351" y="4803153"/>
            <a:ext cx="1028702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42" name="Текст 7"/>
          <p:cNvSpPr>
            <a:spLocks noGrp="1"/>
          </p:cNvSpPr>
          <p:nvPr>
            <p:ph type="body" sz="quarter" idx="79" hasCustomPrompt="1"/>
          </p:nvPr>
        </p:nvSpPr>
        <p:spPr>
          <a:xfrm>
            <a:off x="3829054" y="4803153"/>
            <a:ext cx="1085849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43" name="Текст 7"/>
          <p:cNvSpPr>
            <a:spLocks noGrp="1"/>
          </p:cNvSpPr>
          <p:nvPr>
            <p:ph type="body" sz="quarter" idx="80" hasCustomPrompt="1"/>
          </p:nvPr>
        </p:nvSpPr>
        <p:spPr>
          <a:xfrm>
            <a:off x="4914901" y="4803153"/>
            <a:ext cx="1028702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44" name="Текст 7"/>
          <p:cNvSpPr>
            <a:spLocks noGrp="1"/>
          </p:cNvSpPr>
          <p:nvPr>
            <p:ph type="body" sz="quarter" idx="81" hasCustomPrompt="1"/>
          </p:nvPr>
        </p:nvSpPr>
        <p:spPr>
          <a:xfrm>
            <a:off x="5943612" y="4803153"/>
            <a:ext cx="1085850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45" name="Текст 7"/>
          <p:cNvSpPr>
            <a:spLocks noGrp="1"/>
          </p:cNvSpPr>
          <p:nvPr>
            <p:ph type="body" sz="quarter" idx="82" hasCustomPrompt="1"/>
          </p:nvPr>
        </p:nvSpPr>
        <p:spPr>
          <a:xfrm>
            <a:off x="7029452" y="4803153"/>
            <a:ext cx="1028702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46" name="Текст 7"/>
          <p:cNvSpPr>
            <a:spLocks noGrp="1"/>
          </p:cNvSpPr>
          <p:nvPr>
            <p:ph type="body" sz="quarter" idx="83" hasCustomPrompt="1"/>
          </p:nvPr>
        </p:nvSpPr>
        <p:spPr>
          <a:xfrm>
            <a:off x="8058162" y="4803153"/>
            <a:ext cx="1085850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47" name="Текст 7"/>
          <p:cNvSpPr>
            <a:spLocks noGrp="1"/>
          </p:cNvSpPr>
          <p:nvPr>
            <p:ph type="body" sz="quarter" idx="84" hasCustomPrompt="1"/>
          </p:nvPr>
        </p:nvSpPr>
        <p:spPr>
          <a:xfrm>
            <a:off x="9144016" y="4803153"/>
            <a:ext cx="1028699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48" name="Текст 7"/>
          <p:cNvSpPr>
            <a:spLocks noGrp="1"/>
          </p:cNvSpPr>
          <p:nvPr>
            <p:ph type="body" sz="quarter" idx="85" hasCustomPrompt="1"/>
          </p:nvPr>
        </p:nvSpPr>
        <p:spPr>
          <a:xfrm>
            <a:off x="10172704" y="4803153"/>
            <a:ext cx="1085849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49" name="Текст 7"/>
          <p:cNvSpPr>
            <a:spLocks noGrp="1"/>
          </p:cNvSpPr>
          <p:nvPr>
            <p:ph type="body" sz="quarter" idx="86" hasCustomPrompt="1"/>
          </p:nvPr>
        </p:nvSpPr>
        <p:spPr>
          <a:xfrm>
            <a:off x="11258562" y="4803153"/>
            <a:ext cx="1028702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50" name="Текст 7"/>
          <p:cNvSpPr>
            <a:spLocks noGrp="1"/>
          </p:cNvSpPr>
          <p:nvPr>
            <p:ph type="body" sz="quarter" idx="87" hasCustomPrompt="1"/>
          </p:nvPr>
        </p:nvSpPr>
        <p:spPr>
          <a:xfrm>
            <a:off x="12287261" y="4803153"/>
            <a:ext cx="1085850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51" name="Текст 7"/>
          <p:cNvSpPr>
            <a:spLocks noGrp="1"/>
          </p:cNvSpPr>
          <p:nvPr>
            <p:ph type="body" sz="quarter" idx="88" hasCustomPrompt="1"/>
          </p:nvPr>
        </p:nvSpPr>
        <p:spPr>
          <a:xfrm>
            <a:off x="13373101" y="4803153"/>
            <a:ext cx="1028702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52" name="Текст 7"/>
          <p:cNvSpPr>
            <a:spLocks noGrp="1"/>
          </p:cNvSpPr>
          <p:nvPr>
            <p:ph type="body" sz="quarter" idx="89" hasCustomPrompt="1"/>
          </p:nvPr>
        </p:nvSpPr>
        <p:spPr>
          <a:xfrm>
            <a:off x="14401812" y="4803153"/>
            <a:ext cx="1085850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53" name="Текст 7"/>
          <p:cNvSpPr>
            <a:spLocks noGrp="1"/>
          </p:cNvSpPr>
          <p:nvPr>
            <p:ph type="body" sz="quarter" idx="90" hasCustomPrompt="1"/>
          </p:nvPr>
        </p:nvSpPr>
        <p:spPr>
          <a:xfrm>
            <a:off x="15487652" y="4807726"/>
            <a:ext cx="1028702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54" name="Текст 7"/>
          <p:cNvSpPr>
            <a:spLocks noGrp="1"/>
          </p:cNvSpPr>
          <p:nvPr>
            <p:ph type="body" sz="quarter" idx="91" hasCustomPrompt="1"/>
          </p:nvPr>
        </p:nvSpPr>
        <p:spPr>
          <a:xfrm>
            <a:off x="1771664" y="5837061"/>
            <a:ext cx="1028699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55" name="Текст 7"/>
          <p:cNvSpPr>
            <a:spLocks noGrp="1"/>
          </p:cNvSpPr>
          <p:nvPr>
            <p:ph type="body" sz="quarter" idx="92" hasCustomPrompt="1"/>
          </p:nvPr>
        </p:nvSpPr>
        <p:spPr>
          <a:xfrm>
            <a:off x="2800351" y="5837061"/>
            <a:ext cx="1028702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56" name="Текст 7"/>
          <p:cNvSpPr>
            <a:spLocks noGrp="1"/>
          </p:cNvSpPr>
          <p:nvPr>
            <p:ph type="body" sz="quarter" idx="93" hasCustomPrompt="1"/>
          </p:nvPr>
        </p:nvSpPr>
        <p:spPr>
          <a:xfrm>
            <a:off x="3829054" y="5837061"/>
            <a:ext cx="1085849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57" name="Текст 7"/>
          <p:cNvSpPr>
            <a:spLocks noGrp="1"/>
          </p:cNvSpPr>
          <p:nvPr>
            <p:ph type="body" sz="quarter" idx="94" hasCustomPrompt="1"/>
          </p:nvPr>
        </p:nvSpPr>
        <p:spPr>
          <a:xfrm>
            <a:off x="4914901" y="5837061"/>
            <a:ext cx="1028702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58" name="Текст 7"/>
          <p:cNvSpPr>
            <a:spLocks noGrp="1"/>
          </p:cNvSpPr>
          <p:nvPr>
            <p:ph type="body" sz="quarter" idx="95" hasCustomPrompt="1"/>
          </p:nvPr>
        </p:nvSpPr>
        <p:spPr>
          <a:xfrm>
            <a:off x="5943612" y="5837061"/>
            <a:ext cx="1085850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59" name="Текст 7"/>
          <p:cNvSpPr>
            <a:spLocks noGrp="1"/>
          </p:cNvSpPr>
          <p:nvPr>
            <p:ph type="body" sz="quarter" idx="96" hasCustomPrompt="1"/>
          </p:nvPr>
        </p:nvSpPr>
        <p:spPr>
          <a:xfrm>
            <a:off x="7029452" y="5837061"/>
            <a:ext cx="1028702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60" name="Текст 7"/>
          <p:cNvSpPr>
            <a:spLocks noGrp="1"/>
          </p:cNvSpPr>
          <p:nvPr>
            <p:ph type="body" sz="quarter" idx="97" hasCustomPrompt="1"/>
          </p:nvPr>
        </p:nvSpPr>
        <p:spPr>
          <a:xfrm>
            <a:off x="8058162" y="5837061"/>
            <a:ext cx="1085850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61" name="Текст 7"/>
          <p:cNvSpPr>
            <a:spLocks noGrp="1"/>
          </p:cNvSpPr>
          <p:nvPr>
            <p:ph type="body" sz="quarter" idx="98" hasCustomPrompt="1"/>
          </p:nvPr>
        </p:nvSpPr>
        <p:spPr>
          <a:xfrm>
            <a:off x="9144016" y="5837061"/>
            <a:ext cx="1028699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62" name="Текст 7"/>
          <p:cNvSpPr>
            <a:spLocks noGrp="1"/>
          </p:cNvSpPr>
          <p:nvPr>
            <p:ph type="body" sz="quarter" idx="99" hasCustomPrompt="1"/>
          </p:nvPr>
        </p:nvSpPr>
        <p:spPr>
          <a:xfrm>
            <a:off x="10172704" y="5837061"/>
            <a:ext cx="1085849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63" name="Текст 7"/>
          <p:cNvSpPr>
            <a:spLocks noGrp="1"/>
          </p:cNvSpPr>
          <p:nvPr>
            <p:ph type="body" sz="quarter" idx="100" hasCustomPrompt="1"/>
          </p:nvPr>
        </p:nvSpPr>
        <p:spPr>
          <a:xfrm>
            <a:off x="11258562" y="5837061"/>
            <a:ext cx="1028702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64" name="Текст 7"/>
          <p:cNvSpPr>
            <a:spLocks noGrp="1"/>
          </p:cNvSpPr>
          <p:nvPr>
            <p:ph type="body" sz="quarter" idx="101" hasCustomPrompt="1"/>
          </p:nvPr>
        </p:nvSpPr>
        <p:spPr>
          <a:xfrm>
            <a:off x="12287261" y="5837061"/>
            <a:ext cx="1085850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65" name="Текст 7"/>
          <p:cNvSpPr>
            <a:spLocks noGrp="1"/>
          </p:cNvSpPr>
          <p:nvPr>
            <p:ph type="body" sz="quarter" idx="102" hasCustomPrompt="1"/>
          </p:nvPr>
        </p:nvSpPr>
        <p:spPr>
          <a:xfrm>
            <a:off x="13373101" y="5837061"/>
            <a:ext cx="1028702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66" name="Текст 7"/>
          <p:cNvSpPr>
            <a:spLocks noGrp="1"/>
          </p:cNvSpPr>
          <p:nvPr>
            <p:ph type="body" sz="quarter" idx="103" hasCustomPrompt="1"/>
          </p:nvPr>
        </p:nvSpPr>
        <p:spPr>
          <a:xfrm>
            <a:off x="14401812" y="5837061"/>
            <a:ext cx="1085850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67" name="Текст 7"/>
          <p:cNvSpPr>
            <a:spLocks noGrp="1"/>
          </p:cNvSpPr>
          <p:nvPr>
            <p:ph type="body" sz="quarter" idx="104" hasCustomPrompt="1"/>
          </p:nvPr>
        </p:nvSpPr>
        <p:spPr>
          <a:xfrm>
            <a:off x="15487652" y="5837061"/>
            <a:ext cx="1028702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68" name="Текст 7"/>
          <p:cNvSpPr>
            <a:spLocks noGrp="1"/>
          </p:cNvSpPr>
          <p:nvPr>
            <p:ph type="body" sz="quarter" idx="105" hasCustomPrompt="1"/>
          </p:nvPr>
        </p:nvSpPr>
        <p:spPr>
          <a:xfrm>
            <a:off x="1771664" y="6863157"/>
            <a:ext cx="1028699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69" name="Текст 7"/>
          <p:cNvSpPr>
            <a:spLocks noGrp="1"/>
          </p:cNvSpPr>
          <p:nvPr>
            <p:ph type="body" sz="quarter" idx="106" hasCustomPrompt="1"/>
          </p:nvPr>
        </p:nvSpPr>
        <p:spPr>
          <a:xfrm>
            <a:off x="2800351" y="6863157"/>
            <a:ext cx="1028702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70" name="Текст 7"/>
          <p:cNvSpPr>
            <a:spLocks noGrp="1"/>
          </p:cNvSpPr>
          <p:nvPr>
            <p:ph type="body" sz="quarter" idx="107" hasCustomPrompt="1"/>
          </p:nvPr>
        </p:nvSpPr>
        <p:spPr>
          <a:xfrm>
            <a:off x="3829054" y="6863157"/>
            <a:ext cx="1085849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71" name="Текст 7"/>
          <p:cNvSpPr>
            <a:spLocks noGrp="1"/>
          </p:cNvSpPr>
          <p:nvPr>
            <p:ph type="body" sz="quarter" idx="108" hasCustomPrompt="1"/>
          </p:nvPr>
        </p:nvSpPr>
        <p:spPr>
          <a:xfrm>
            <a:off x="4914901" y="6863157"/>
            <a:ext cx="1028702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72" name="Текст 7"/>
          <p:cNvSpPr>
            <a:spLocks noGrp="1"/>
          </p:cNvSpPr>
          <p:nvPr>
            <p:ph type="body" sz="quarter" idx="109" hasCustomPrompt="1"/>
          </p:nvPr>
        </p:nvSpPr>
        <p:spPr>
          <a:xfrm>
            <a:off x="5943612" y="6863157"/>
            <a:ext cx="1085850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73" name="Текст 7"/>
          <p:cNvSpPr>
            <a:spLocks noGrp="1"/>
          </p:cNvSpPr>
          <p:nvPr>
            <p:ph type="body" sz="quarter" idx="110" hasCustomPrompt="1"/>
          </p:nvPr>
        </p:nvSpPr>
        <p:spPr>
          <a:xfrm>
            <a:off x="7029452" y="6863157"/>
            <a:ext cx="1028702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74" name="Текст 7"/>
          <p:cNvSpPr>
            <a:spLocks noGrp="1"/>
          </p:cNvSpPr>
          <p:nvPr>
            <p:ph type="body" sz="quarter" idx="111" hasCustomPrompt="1"/>
          </p:nvPr>
        </p:nvSpPr>
        <p:spPr>
          <a:xfrm>
            <a:off x="8058162" y="6863157"/>
            <a:ext cx="1085850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75" name="Текст 7"/>
          <p:cNvSpPr>
            <a:spLocks noGrp="1"/>
          </p:cNvSpPr>
          <p:nvPr>
            <p:ph type="body" sz="quarter" idx="112" hasCustomPrompt="1"/>
          </p:nvPr>
        </p:nvSpPr>
        <p:spPr>
          <a:xfrm>
            <a:off x="9144016" y="6863157"/>
            <a:ext cx="1028699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76" name="Текст 7"/>
          <p:cNvSpPr>
            <a:spLocks noGrp="1"/>
          </p:cNvSpPr>
          <p:nvPr>
            <p:ph type="body" sz="quarter" idx="113" hasCustomPrompt="1"/>
          </p:nvPr>
        </p:nvSpPr>
        <p:spPr>
          <a:xfrm>
            <a:off x="10172704" y="6863157"/>
            <a:ext cx="1085849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77" name="Текст 7"/>
          <p:cNvSpPr>
            <a:spLocks noGrp="1"/>
          </p:cNvSpPr>
          <p:nvPr>
            <p:ph type="body" sz="quarter" idx="114" hasCustomPrompt="1"/>
          </p:nvPr>
        </p:nvSpPr>
        <p:spPr>
          <a:xfrm>
            <a:off x="11258562" y="6863157"/>
            <a:ext cx="1028702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78" name="Текст 7"/>
          <p:cNvSpPr>
            <a:spLocks noGrp="1"/>
          </p:cNvSpPr>
          <p:nvPr>
            <p:ph type="body" sz="quarter" idx="115" hasCustomPrompt="1"/>
          </p:nvPr>
        </p:nvSpPr>
        <p:spPr>
          <a:xfrm>
            <a:off x="12287261" y="6863157"/>
            <a:ext cx="1085850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79" name="Текст 7"/>
          <p:cNvSpPr>
            <a:spLocks noGrp="1"/>
          </p:cNvSpPr>
          <p:nvPr>
            <p:ph type="body" sz="quarter" idx="116" hasCustomPrompt="1"/>
          </p:nvPr>
        </p:nvSpPr>
        <p:spPr>
          <a:xfrm>
            <a:off x="13373101" y="6863157"/>
            <a:ext cx="1028702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80" name="Текст 7"/>
          <p:cNvSpPr>
            <a:spLocks noGrp="1"/>
          </p:cNvSpPr>
          <p:nvPr>
            <p:ph type="body" sz="quarter" idx="117" hasCustomPrompt="1"/>
          </p:nvPr>
        </p:nvSpPr>
        <p:spPr>
          <a:xfrm>
            <a:off x="14401812" y="6863157"/>
            <a:ext cx="1085850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81" name="Текст 7"/>
          <p:cNvSpPr>
            <a:spLocks noGrp="1"/>
          </p:cNvSpPr>
          <p:nvPr>
            <p:ph type="body" sz="quarter" idx="118" hasCustomPrompt="1"/>
          </p:nvPr>
        </p:nvSpPr>
        <p:spPr>
          <a:xfrm>
            <a:off x="15487652" y="6863157"/>
            <a:ext cx="1028702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82" name="Текст 7"/>
          <p:cNvSpPr>
            <a:spLocks noGrp="1"/>
          </p:cNvSpPr>
          <p:nvPr>
            <p:ph type="body" sz="quarter" idx="119" hasCustomPrompt="1"/>
          </p:nvPr>
        </p:nvSpPr>
        <p:spPr>
          <a:xfrm>
            <a:off x="1771664" y="7891193"/>
            <a:ext cx="1028699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83" name="Текст 7"/>
          <p:cNvSpPr>
            <a:spLocks noGrp="1"/>
          </p:cNvSpPr>
          <p:nvPr>
            <p:ph type="body" sz="quarter" idx="120" hasCustomPrompt="1"/>
          </p:nvPr>
        </p:nvSpPr>
        <p:spPr>
          <a:xfrm>
            <a:off x="2800352" y="7891193"/>
            <a:ext cx="1028702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84" name="Текст 7"/>
          <p:cNvSpPr>
            <a:spLocks noGrp="1"/>
          </p:cNvSpPr>
          <p:nvPr>
            <p:ph type="body" sz="quarter" idx="121" hasCustomPrompt="1"/>
          </p:nvPr>
        </p:nvSpPr>
        <p:spPr>
          <a:xfrm>
            <a:off x="3829058" y="7891193"/>
            <a:ext cx="1085849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85" name="Текст 7"/>
          <p:cNvSpPr>
            <a:spLocks noGrp="1"/>
          </p:cNvSpPr>
          <p:nvPr>
            <p:ph type="body" sz="quarter" idx="122" hasCustomPrompt="1"/>
          </p:nvPr>
        </p:nvSpPr>
        <p:spPr>
          <a:xfrm>
            <a:off x="4914902" y="7891193"/>
            <a:ext cx="1028702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86" name="Текст 7"/>
          <p:cNvSpPr>
            <a:spLocks noGrp="1"/>
          </p:cNvSpPr>
          <p:nvPr>
            <p:ph type="body" sz="quarter" idx="123" hasCustomPrompt="1"/>
          </p:nvPr>
        </p:nvSpPr>
        <p:spPr>
          <a:xfrm>
            <a:off x="5943612" y="7891193"/>
            <a:ext cx="1085850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87" name="Текст 7"/>
          <p:cNvSpPr>
            <a:spLocks noGrp="1"/>
          </p:cNvSpPr>
          <p:nvPr>
            <p:ph type="body" sz="quarter" idx="124" hasCustomPrompt="1"/>
          </p:nvPr>
        </p:nvSpPr>
        <p:spPr>
          <a:xfrm>
            <a:off x="7029455" y="7891193"/>
            <a:ext cx="1028702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88" name="Текст 7"/>
          <p:cNvSpPr>
            <a:spLocks noGrp="1"/>
          </p:cNvSpPr>
          <p:nvPr>
            <p:ph type="body" sz="quarter" idx="125" hasCustomPrompt="1"/>
          </p:nvPr>
        </p:nvSpPr>
        <p:spPr>
          <a:xfrm>
            <a:off x="8058162" y="7891193"/>
            <a:ext cx="1085850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89" name="Текст 7"/>
          <p:cNvSpPr>
            <a:spLocks noGrp="1"/>
          </p:cNvSpPr>
          <p:nvPr>
            <p:ph type="body" sz="quarter" idx="126" hasCustomPrompt="1"/>
          </p:nvPr>
        </p:nvSpPr>
        <p:spPr>
          <a:xfrm>
            <a:off x="9144016" y="7891193"/>
            <a:ext cx="1028699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90" name="Текст 7"/>
          <p:cNvSpPr>
            <a:spLocks noGrp="1"/>
          </p:cNvSpPr>
          <p:nvPr>
            <p:ph type="body" sz="quarter" idx="127" hasCustomPrompt="1"/>
          </p:nvPr>
        </p:nvSpPr>
        <p:spPr>
          <a:xfrm>
            <a:off x="10172710" y="7891193"/>
            <a:ext cx="1085849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91" name="Текст 7"/>
          <p:cNvSpPr>
            <a:spLocks noGrp="1"/>
          </p:cNvSpPr>
          <p:nvPr>
            <p:ph type="body" sz="quarter" idx="128" hasCustomPrompt="1"/>
          </p:nvPr>
        </p:nvSpPr>
        <p:spPr>
          <a:xfrm>
            <a:off x="11258562" y="7891193"/>
            <a:ext cx="1028702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92" name="Текст 7"/>
          <p:cNvSpPr>
            <a:spLocks noGrp="1"/>
          </p:cNvSpPr>
          <p:nvPr>
            <p:ph type="body" sz="quarter" idx="129" hasCustomPrompt="1"/>
          </p:nvPr>
        </p:nvSpPr>
        <p:spPr>
          <a:xfrm>
            <a:off x="12287261" y="7891193"/>
            <a:ext cx="1085850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93" name="Текст 7"/>
          <p:cNvSpPr>
            <a:spLocks noGrp="1"/>
          </p:cNvSpPr>
          <p:nvPr>
            <p:ph type="body" sz="quarter" idx="130" hasCustomPrompt="1"/>
          </p:nvPr>
        </p:nvSpPr>
        <p:spPr>
          <a:xfrm>
            <a:off x="13373102" y="7891193"/>
            <a:ext cx="1028702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94" name="Текст 7"/>
          <p:cNvSpPr>
            <a:spLocks noGrp="1"/>
          </p:cNvSpPr>
          <p:nvPr>
            <p:ph type="body" sz="quarter" idx="131" hasCustomPrompt="1"/>
          </p:nvPr>
        </p:nvSpPr>
        <p:spPr>
          <a:xfrm>
            <a:off x="14401812" y="7891193"/>
            <a:ext cx="1085850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95" name="Текст 7"/>
          <p:cNvSpPr>
            <a:spLocks noGrp="1"/>
          </p:cNvSpPr>
          <p:nvPr>
            <p:ph type="body" sz="quarter" idx="132" hasCustomPrompt="1"/>
          </p:nvPr>
        </p:nvSpPr>
        <p:spPr>
          <a:xfrm>
            <a:off x="15487655" y="7895765"/>
            <a:ext cx="1028702" cy="966746"/>
          </a:xfrm>
        </p:spPr>
        <p:txBody>
          <a:bodyPr tIns="0" anchor="ctr" anchorCtr="0">
            <a:noAutofit/>
          </a:bodyPr>
          <a:lstStyle>
            <a:lvl1pPr marL="0" marR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tx1">
                    <a:alpha val="70000"/>
                  </a:schemeClr>
                </a:solidFill>
                <a:latin typeface="fontello" panose="02000503000000000000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marL="0" marR="0" lvl="0" indent="0" algn="ctr" defTabSz="1371477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</a:t>
            </a:r>
          </a:p>
        </p:txBody>
      </p:sp>
      <p:sp>
        <p:nvSpPr>
          <p:cNvPr id="96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16365523" y="688060"/>
            <a:ext cx="770603" cy="340799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r">
              <a:defRPr sz="1204" b="1">
                <a:solidFill>
                  <a:schemeClr val="tx1">
                    <a:alpha val="50000"/>
                  </a:schemeClr>
                </a:solidFill>
                <a:latin typeface="+mj-lt"/>
              </a:defRPr>
            </a:lvl1pPr>
          </a:lstStyle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021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 isContent="1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16393230" y="662090"/>
            <a:ext cx="1055214" cy="366769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r">
              <a:defRPr sz="1204" b="1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1" name="Straight Connector 40"/>
          <p:cNvCxnSpPr/>
          <p:nvPr/>
        </p:nvCxnSpPr>
        <p:spPr>
          <a:xfrm>
            <a:off x="850239" y="8307097"/>
            <a:ext cx="0" cy="1981492"/>
          </a:xfrm>
          <a:prstGeom prst="line">
            <a:avLst/>
          </a:prstGeom>
          <a:ln w="19050">
            <a:solidFill>
              <a:schemeClr val="tx1">
                <a:alpha val="7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Текст 7"/>
          <p:cNvSpPr>
            <a:spLocks noGrp="1"/>
          </p:cNvSpPr>
          <p:nvPr>
            <p:ph type="body" sz="quarter" idx="98" hasCustomPrompt="1"/>
          </p:nvPr>
        </p:nvSpPr>
        <p:spPr>
          <a:xfrm rot="16200000">
            <a:off x="-2255390" y="4380078"/>
            <a:ext cx="6211260" cy="956840"/>
          </a:xfrm>
        </p:spPr>
        <p:txBody>
          <a:bodyPr tIns="0" bIns="0" anchor="ctr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600" b="0" baseline="0">
                <a:solidFill>
                  <a:schemeClr val="tx1"/>
                </a:solidFill>
                <a:latin typeface="+mj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920256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 isContent="1"/>
      </p:transition>
    </mc:Choice>
    <mc:Fallback xmlns="">
      <p:transition spd="slow">
        <p:fade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/>
          <p:cNvSpPr/>
          <p:nvPr userDrawn="1"/>
        </p:nvSpPr>
        <p:spPr>
          <a:xfrm>
            <a:off x="556563" y="442331"/>
            <a:ext cx="586437" cy="58652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b="1" spc="-225" dirty="0">
                <a:solidFill>
                  <a:schemeClr val="bg1"/>
                </a:solidFill>
              </a:rPr>
              <a:t>P    L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3000" y="1886241"/>
            <a:ext cx="16002000" cy="1543288"/>
          </a:xfrm>
          <a:prstGeom prst="rect">
            <a:avLst/>
          </a:prstGeom>
          <a:effectLst/>
        </p:spPr>
        <p:txBody>
          <a:bodyPr vert="horz" lIns="0" tIns="192024" rIns="0" bIns="0" rtlCol="0" anchor="b" anchorCtr="0">
            <a:noAutofit/>
          </a:bodyPr>
          <a:lstStyle/>
          <a:p>
            <a:r>
              <a:rPr lang="en-US" dirty="0"/>
              <a:t>YOUR TITLE HERE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143000" y="3772482"/>
            <a:ext cx="16002000" cy="514429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Write here subtitle</a:t>
            </a:r>
          </a:p>
          <a:p>
            <a:pPr lvl="1"/>
            <a:r>
              <a:rPr lang="en-US" dirty="0"/>
              <a:t>Write here subtitle</a:t>
            </a:r>
          </a:p>
          <a:p>
            <a:pPr lvl="2"/>
            <a:r>
              <a:rPr lang="en-US" dirty="0"/>
              <a:t>Write here text</a:t>
            </a:r>
          </a:p>
          <a:p>
            <a:pPr lvl="3"/>
            <a:r>
              <a:rPr lang="en-US" dirty="0"/>
              <a:t>Write here text</a:t>
            </a:r>
          </a:p>
          <a:p>
            <a:pPr lvl="4"/>
            <a:r>
              <a:rPr lang="en-US" dirty="0"/>
              <a:t>Write here text </a:t>
            </a:r>
          </a:p>
        </p:txBody>
      </p:sp>
      <p:sp>
        <p:nvSpPr>
          <p:cNvPr id="6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15949613" y="662090"/>
            <a:ext cx="1564485" cy="366769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r">
              <a:defRPr sz="1204" b="1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Текст 7"/>
          <p:cNvSpPr txBox="1">
            <a:spLocks/>
          </p:cNvSpPr>
          <p:nvPr/>
        </p:nvSpPr>
        <p:spPr>
          <a:xfrm rot="16200000" flipH="1">
            <a:off x="15069075" y="7022669"/>
            <a:ext cx="4458390" cy="369096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marL="0" indent="0" algn="l" defTabSz="914318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99" b="0" kern="1200" spc="299" baseline="0">
                <a:solidFill>
                  <a:schemeClr val="tx1">
                    <a:alpha val="3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0" indent="0" algn="ctr" defTabSz="914318" rtl="0" eaLnBrk="1" latinLnBrk="0" hangingPunct="1">
              <a:lnSpc>
                <a:spcPct val="150000"/>
              </a:lnSpc>
              <a:spcBef>
                <a:spcPts val="499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ctr" defTabSz="914318" rtl="0" eaLnBrk="1" latinLnBrk="0" hangingPunct="1">
              <a:lnSpc>
                <a:spcPct val="150000"/>
              </a:lnSpc>
              <a:spcBef>
                <a:spcPts val="499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ctr" defTabSz="914318" rtl="0" eaLnBrk="1" latinLnBrk="0" hangingPunct="1">
              <a:lnSpc>
                <a:spcPct val="150000"/>
              </a:lnSpc>
              <a:spcBef>
                <a:spcPts val="499"/>
              </a:spcBef>
              <a:buFont typeface="Arial" panose="020B0604020202020204" pitchFamily="34" charset="0"/>
              <a:buNone/>
              <a:defRPr sz="10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ctr" defTabSz="914318" rtl="0" eaLnBrk="1" latinLnBrk="0" hangingPunct="1">
              <a:lnSpc>
                <a:spcPct val="150000"/>
              </a:lnSpc>
              <a:spcBef>
                <a:spcPts val="499"/>
              </a:spcBef>
              <a:buFont typeface="Arial" panose="020B0604020202020204" pitchFamily="34" charset="0"/>
              <a:buNone/>
              <a:defRPr sz="1000" kern="1200" baseline="0">
                <a:solidFill>
                  <a:schemeClr val="tx1">
                    <a:alpha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37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3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92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50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/>
            <a:r>
              <a:rPr lang="en-US" sz="1050" b="1" spc="450" dirty="0">
                <a:solidFill>
                  <a:schemeClr val="tx1">
                    <a:alpha val="30000"/>
                  </a:schemeClr>
                </a:solidFill>
                <a:latin typeface="+mn-lt"/>
              </a:rPr>
              <a:t>WWW.YOURCOMPANY.COM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7404689" y="1210058"/>
            <a:ext cx="0" cy="1352366"/>
          </a:xfrm>
          <a:prstGeom prst="line">
            <a:avLst/>
          </a:prstGeom>
          <a:ln w="19050">
            <a:solidFill>
              <a:schemeClr val="tx1">
                <a:alpha val="7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7408261" y="9799167"/>
            <a:ext cx="0" cy="489422"/>
          </a:xfrm>
          <a:prstGeom prst="line">
            <a:avLst/>
          </a:prstGeom>
          <a:ln w="19050">
            <a:solidFill>
              <a:schemeClr val="tx1">
                <a:alpha val="7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7643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1" r:id="rId1"/>
    <p:sldLayoutId id="2147484106" r:id="rId2"/>
    <p:sldLayoutId id="2147484112" r:id="rId3"/>
    <p:sldLayoutId id="2147484118" r:id="rId4"/>
    <p:sldLayoutId id="2147484123" r:id="rId5"/>
    <p:sldLayoutId id="2147484135" r:id="rId6"/>
    <p:sldLayoutId id="2147484154" r:id="rId7"/>
    <p:sldLayoutId id="2147484169" r:id="rId8"/>
    <p:sldLayoutId id="2147484183" r:id="rId9"/>
    <p:sldLayoutId id="2147484205" r:id="rId10"/>
    <p:sldLayoutId id="2147484224" r:id="rId11"/>
    <p:sldLayoutId id="2147484219" r:id="rId12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 dir="u" isContent="1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1371477" rtl="0" eaLnBrk="1" latinLnBrk="0" hangingPunct="1">
        <a:lnSpc>
          <a:spcPct val="80000"/>
        </a:lnSpc>
        <a:spcBef>
          <a:spcPct val="0"/>
        </a:spcBef>
        <a:buNone/>
        <a:defRPr sz="6600" kern="1200" spc="-227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371477" rtl="0" eaLnBrk="1" latinLnBrk="0" hangingPunct="1">
        <a:lnSpc>
          <a:spcPct val="150000"/>
        </a:lnSpc>
        <a:spcBef>
          <a:spcPts val="1500"/>
        </a:spcBef>
        <a:buFont typeface="Arial" panose="020B0604020202020204" pitchFamily="34" charset="0"/>
        <a:buNone/>
        <a:defRPr sz="4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1371477" rtl="0" eaLnBrk="1" latinLnBrk="0" hangingPunct="1">
        <a:lnSpc>
          <a:spcPct val="150000"/>
        </a:lnSpc>
        <a:spcBef>
          <a:spcPts val="749"/>
        </a:spcBef>
        <a:buFont typeface="Arial" panose="020B0604020202020204" pitchFamily="34" charset="0"/>
        <a:buNone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1371477" rtl="0" eaLnBrk="1" latinLnBrk="0" hangingPunct="1">
        <a:lnSpc>
          <a:spcPct val="150000"/>
        </a:lnSpc>
        <a:spcBef>
          <a:spcPts val="749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1371477" rtl="0" eaLnBrk="1" latinLnBrk="0" hangingPunct="1">
        <a:lnSpc>
          <a:spcPct val="150000"/>
        </a:lnSpc>
        <a:spcBef>
          <a:spcPts val="749"/>
        </a:spcBef>
        <a:buFont typeface="Arial" panose="020B0604020202020204" pitchFamily="34" charset="0"/>
        <a:buNone/>
        <a:defRPr sz="15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0" indent="0" algn="l" defTabSz="1371477" rtl="0" eaLnBrk="1" latinLnBrk="0" hangingPunct="1">
        <a:lnSpc>
          <a:spcPct val="150000"/>
        </a:lnSpc>
        <a:spcBef>
          <a:spcPts val="749"/>
        </a:spcBef>
        <a:buFont typeface="Arial" panose="020B0604020202020204" pitchFamily="34" charset="0"/>
        <a:buNone/>
        <a:defRPr sz="1500" kern="1200" baseline="0">
          <a:solidFill>
            <a:schemeClr val="tx1">
              <a:alpha val="50000"/>
            </a:schemeClr>
          </a:solidFill>
          <a:latin typeface="+mn-lt"/>
          <a:ea typeface="+mn-ea"/>
          <a:cs typeface="+mn-cs"/>
        </a:defRPr>
      </a:lvl5pPr>
      <a:lvl6pPr marL="3771561" indent="-342870" algn="l" defTabSz="1371477" rtl="0" eaLnBrk="1" latinLnBrk="0" hangingPunct="1">
        <a:lnSpc>
          <a:spcPct val="90000"/>
        </a:lnSpc>
        <a:spcBef>
          <a:spcPts val="749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301" indent="-342870" algn="l" defTabSz="1371477" rtl="0" eaLnBrk="1" latinLnBrk="0" hangingPunct="1">
        <a:lnSpc>
          <a:spcPct val="90000"/>
        </a:lnSpc>
        <a:spcBef>
          <a:spcPts val="749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038" indent="-342870" algn="l" defTabSz="1371477" rtl="0" eaLnBrk="1" latinLnBrk="0" hangingPunct="1">
        <a:lnSpc>
          <a:spcPct val="90000"/>
        </a:lnSpc>
        <a:spcBef>
          <a:spcPts val="749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8775" indent="-342870" algn="l" defTabSz="1371477" rtl="0" eaLnBrk="1" latinLnBrk="0" hangingPunct="1">
        <a:lnSpc>
          <a:spcPct val="90000"/>
        </a:lnSpc>
        <a:spcBef>
          <a:spcPts val="749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47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39" algn="l" defTabSz="137147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477" algn="l" defTabSz="137147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217" algn="l" defTabSz="137147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2954" algn="l" defTabSz="137147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8691" algn="l" defTabSz="137147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430" algn="l" defTabSz="137147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168" algn="l" defTabSz="137147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5907" algn="l" defTabSz="137147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4" pos="5760" userDrawn="1">
          <p15:clr>
            <a:srgbClr val="F26B43"/>
          </p15:clr>
        </p15:guide>
        <p15:guide id="65" orient="horz" pos="3241" userDrawn="1">
          <p15:clr>
            <a:srgbClr val="F26B43"/>
          </p15:clr>
        </p15:guide>
        <p15:guide id="66" orient="horz" pos="417" userDrawn="1">
          <p15:clr>
            <a:srgbClr val="F26B43"/>
          </p15:clr>
        </p15:guide>
        <p15:guide id="67" orient="horz" pos="6049" userDrawn="1">
          <p15:clr>
            <a:srgbClr val="F26B43"/>
          </p15:clr>
        </p15:guide>
        <p15:guide id="68" pos="720" userDrawn="1">
          <p15:clr>
            <a:srgbClr val="F26B43"/>
          </p15:clr>
        </p15:guide>
        <p15:guide id="69" pos="10800" userDrawn="1">
          <p15:clr>
            <a:srgbClr val="F26B43"/>
          </p15:clr>
        </p15:guide>
        <p15:guide id="70" pos="5046" userDrawn="1">
          <p15:clr>
            <a:srgbClr val="F26B43"/>
          </p15:clr>
        </p15:guide>
        <p15:guide id="71" pos="6474" userDrawn="1">
          <p15:clr>
            <a:srgbClr val="F26B43"/>
          </p15:clr>
        </p15:guide>
        <p15:guide id="72" userDrawn="1">
          <p15:clr>
            <a:srgbClr val="F26B43"/>
          </p15:clr>
        </p15:guide>
        <p15:guide id="73" pos="11520" userDrawn="1">
          <p15:clr>
            <a:srgbClr val="F26B43"/>
          </p15:clr>
        </p15:guide>
        <p15:guide id="74" orient="horz" userDrawn="1">
          <p15:clr>
            <a:srgbClr val="F26B43"/>
          </p15:clr>
        </p15:guide>
        <p15:guide id="75" orient="horz" pos="6481" userDrawn="1">
          <p15:clr>
            <a:srgbClr val="F26B43"/>
          </p15:clr>
        </p15:guide>
        <p15:guide id="76" pos="3617" userDrawn="1">
          <p15:clr>
            <a:srgbClr val="F26B43"/>
          </p15:clr>
        </p15:guide>
        <p15:guide id="77" pos="10047" userDrawn="1">
          <p15:clr>
            <a:srgbClr val="F26B43"/>
          </p15:clr>
        </p15:guide>
        <p15:guide id="78" pos="4331" userDrawn="1">
          <p15:clr>
            <a:srgbClr val="F26B43"/>
          </p15:clr>
        </p15:guide>
        <p15:guide id="79" pos="2903" userDrawn="1">
          <p15:clr>
            <a:srgbClr val="F26B43"/>
          </p15:clr>
        </p15:guide>
        <p15:guide id="80" pos="2154" userDrawn="1">
          <p15:clr>
            <a:srgbClr val="F26B43"/>
          </p15:clr>
        </p15:guide>
        <p15:guide id="81" pos="1440" userDrawn="1">
          <p15:clr>
            <a:srgbClr val="F26B43"/>
          </p15:clr>
        </p15:guide>
        <p15:guide id="82" pos="7190" userDrawn="1">
          <p15:clr>
            <a:srgbClr val="F26B43"/>
          </p15:clr>
        </p15:guide>
        <p15:guide id="83" pos="7904" userDrawn="1">
          <p15:clr>
            <a:srgbClr val="F26B43"/>
          </p15:clr>
        </p15:guide>
        <p15:guide id="84" pos="8618" userDrawn="1">
          <p15:clr>
            <a:srgbClr val="F26B43"/>
          </p15:clr>
        </p15:guide>
        <p15:guide id="85" pos="9332" userDrawn="1">
          <p15:clr>
            <a:srgbClr val="F26B43"/>
          </p15:clr>
        </p15:guide>
        <p15:guide id="86" orient="horz" pos="1811" userDrawn="1">
          <p15:clr>
            <a:srgbClr val="F26B43"/>
          </p15:clr>
        </p15:guide>
        <p15:guide id="87" orient="horz" pos="467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70"/>
          </p:nvPr>
        </p:nvSpPr>
        <p:spPr>
          <a:xfrm>
            <a:off x="2303859" y="3425876"/>
            <a:ext cx="6840141" cy="3542886"/>
          </a:xfrm>
        </p:spPr>
        <p:txBody>
          <a:bodyPr/>
          <a:lstStyle/>
          <a:p>
            <a:r>
              <a:rPr lang="hr-H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Automatsko praćenje i analiza ljudskog kretanja u videozapisima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14363701" y="1799439"/>
            <a:ext cx="7043291" cy="7006226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8" name="Oval 7"/>
          <p:cNvSpPr/>
          <p:nvPr/>
        </p:nvSpPr>
        <p:spPr>
          <a:xfrm>
            <a:off x="7794499" y="2503440"/>
            <a:ext cx="5416262" cy="5387759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1B2FD3C1-BE3A-6ED7-25A7-9FF7F715A90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59" r="6875"/>
          <a:stretch>
            <a:fillRect/>
          </a:stretch>
        </p:blipFill>
        <p:spPr>
          <a:xfrm>
            <a:off x="8142139" y="0"/>
            <a:ext cx="10145861" cy="10288588"/>
          </a:xfr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AEDAE1A-76DE-CF25-57A4-84E71BAEAB41}"/>
              </a:ext>
            </a:extLst>
          </p:cNvPr>
          <p:cNvSpPr txBox="1"/>
          <p:nvPr/>
        </p:nvSpPr>
        <p:spPr>
          <a:xfrm>
            <a:off x="2303859" y="9648825"/>
            <a:ext cx="12362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1600" dirty="0">
                <a:solidFill>
                  <a:schemeClr val="accent1"/>
                </a:solidFill>
              </a:rPr>
              <a:t>Josip Smoljić</a:t>
            </a:r>
          </a:p>
        </p:txBody>
      </p:sp>
    </p:spTree>
    <p:extLst>
      <p:ext uri="{BB962C8B-B14F-4D97-AF65-F5344CB8AC3E}">
        <p14:creationId xmlns:p14="http://schemas.microsoft.com/office/powerpoint/2010/main" val="4341074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hr-HR" dirty="0"/>
              <a:t>2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69"/>
          </p:nvPr>
        </p:nvSpPr>
        <p:spPr>
          <a:xfrm>
            <a:off x="7468492" y="1622098"/>
            <a:ext cx="9577633" cy="912570"/>
          </a:xfrm>
        </p:spPr>
        <p:txBody>
          <a:bodyPr/>
          <a:lstStyle/>
          <a:p>
            <a:r>
              <a:rPr lang="hr-HR" dirty="0"/>
              <a:t>Detekcija pješaka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71"/>
          </p:nvPr>
        </p:nvSpPr>
        <p:spPr>
          <a:xfrm>
            <a:off x="7468492" y="3582354"/>
            <a:ext cx="9577633" cy="912570"/>
          </a:xfrm>
        </p:spPr>
        <p:txBody>
          <a:bodyPr/>
          <a:lstStyle/>
          <a:p>
            <a:r>
              <a:rPr lang="hr-HR" dirty="0"/>
              <a:t>Praćenje i identfikacija pješaka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72"/>
          </p:nvPr>
        </p:nvSpPr>
        <p:spPr>
          <a:xfrm>
            <a:off x="7468492" y="5817610"/>
            <a:ext cx="9577633" cy="912570"/>
          </a:xfrm>
        </p:spPr>
        <p:txBody>
          <a:bodyPr/>
          <a:lstStyle/>
          <a:p>
            <a:r>
              <a:rPr lang="hr-HR" dirty="0"/>
              <a:t>Brojanje prelazaka linije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73"/>
          </p:nvPr>
        </p:nvSpPr>
        <p:spPr>
          <a:xfrm>
            <a:off x="7468492" y="7818243"/>
            <a:ext cx="9577632" cy="912570"/>
          </a:xfrm>
        </p:spPr>
        <p:txBody>
          <a:bodyPr/>
          <a:lstStyle/>
          <a:p>
            <a:r>
              <a:rPr lang="hr-HR" dirty="0"/>
              <a:t>Vizualni prikaz i pohrana rezultata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7468492" y="2407481"/>
            <a:ext cx="9577632" cy="657996"/>
          </a:xfrm>
        </p:spPr>
        <p:txBody>
          <a:bodyPr/>
          <a:lstStyle/>
          <a:p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Koristi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se Python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i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OpenCV za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detekciju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objekata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kroz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oduzimanje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pozadine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i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morfološke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operacije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za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čišćenje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maske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74"/>
          </p:nvPr>
        </p:nvSpPr>
        <p:spPr>
          <a:xfrm>
            <a:off x="7468491" y="4373665"/>
            <a:ext cx="9577631" cy="657996"/>
          </a:xfrm>
        </p:spPr>
        <p:txBody>
          <a:bodyPr/>
          <a:lstStyle/>
          <a:p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Centroidi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objekata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se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računaju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, a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algoritam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prati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i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dodjeljuje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jedinstvene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ID-e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na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temelju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udaljenosti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između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njih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75"/>
          </p:nvPr>
        </p:nvSpPr>
        <p:spPr>
          <a:xfrm>
            <a:off x="7468494" y="6634130"/>
            <a:ext cx="9577631" cy="657996"/>
          </a:xfrm>
        </p:spPr>
        <p:txBody>
          <a:bodyPr/>
          <a:lstStyle/>
          <a:p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Brojač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se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povećava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kad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objekt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prijeđe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virtualnu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liniju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bilježeći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smjer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kretanja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ulaz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izlaz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u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dva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moda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76"/>
          </p:nvPr>
        </p:nvSpPr>
        <p:spPr>
          <a:xfrm>
            <a:off x="7468494" y="8619367"/>
            <a:ext cx="9577631" cy="657996"/>
          </a:xfrm>
        </p:spPr>
        <p:txBody>
          <a:bodyPr/>
          <a:lstStyle/>
          <a:p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Rezultati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se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prikazuju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na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videu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s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linijama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, ID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oznakama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i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brojačima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, a video se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može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spremiti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u AVI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formatu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7" name="Title 100">
            <a:extLst>
              <a:ext uri="{FF2B5EF4-FFF2-40B4-BE49-F238E27FC236}">
                <a16:creationId xmlns:a16="http://schemas.microsoft.com/office/drawing/2014/main" id="{88DE304B-3C20-C9C5-96EC-240818D72CFE}"/>
              </a:ext>
            </a:extLst>
          </p:cNvPr>
          <p:cNvSpPr txBox="1">
            <a:spLocks/>
          </p:cNvSpPr>
          <p:nvPr/>
        </p:nvSpPr>
        <p:spPr>
          <a:xfrm>
            <a:off x="801277" y="4181706"/>
            <a:ext cx="4194930" cy="1851449"/>
          </a:xfrm>
          <a:prstGeom prst="rect">
            <a:avLst/>
          </a:prstGeom>
        </p:spPr>
        <p:txBody>
          <a:bodyPr/>
          <a:lstStyle>
            <a:lvl1pPr algn="l" defTabSz="13714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600" kern="1200" spc="-227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Opis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i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ciljevi</a:t>
            </a:r>
            <a:r>
              <a:rPr lang="hr-HR" dirty="0">
                <a:solidFill>
                  <a:schemeClr val="bg1">
                    <a:lumMod val="50000"/>
                  </a:schemeClr>
                </a:solidFill>
              </a:rPr>
              <a:t> projekta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1A1184-4D4A-0893-FE7B-5A961424B088}"/>
              </a:ext>
            </a:extLst>
          </p:cNvPr>
          <p:cNvSpPr/>
          <p:nvPr/>
        </p:nvSpPr>
        <p:spPr>
          <a:xfrm>
            <a:off x="17364170" y="6730180"/>
            <a:ext cx="84274" cy="27716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4065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 isContent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40"/>
          </p:nvPr>
        </p:nvSpPr>
        <p:spPr>
          <a:xfrm>
            <a:off x="9996952" y="444567"/>
            <a:ext cx="5672138" cy="727239"/>
          </a:xfrm>
        </p:spPr>
        <p:txBody>
          <a:bodyPr/>
          <a:lstStyle/>
          <a:p>
            <a:r>
              <a:rPr lang="en-US" sz="3600" dirty="0"/>
              <a:t>Pipeline </a:t>
            </a:r>
            <a:r>
              <a:rPr lang="en-US" sz="3600" dirty="0" err="1"/>
              <a:t>obrade</a:t>
            </a:r>
            <a:r>
              <a:rPr lang="en-US" sz="3600" dirty="0"/>
              <a:t> </a:t>
            </a:r>
            <a:r>
              <a:rPr lang="en-US" sz="3600" dirty="0" err="1"/>
              <a:t>i</a:t>
            </a:r>
            <a:r>
              <a:rPr lang="en-US" sz="3600" dirty="0"/>
              <a:t> </a:t>
            </a:r>
            <a:r>
              <a:rPr lang="en-US" sz="3600" dirty="0" err="1"/>
              <a:t>praćenja</a:t>
            </a:r>
            <a:endParaRPr lang="en-US" sz="3600" dirty="0"/>
          </a:p>
        </p:txBody>
      </p:sp>
      <p:pic>
        <p:nvPicPr>
          <p:cNvPr id="37" name="Picture Placeholder 36">
            <a:extLst>
              <a:ext uri="{FF2B5EF4-FFF2-40B4-BE49-F238E27FC236}">
                <a16:creationId xmlns:a16="http://schemas.microsoft.com/office/drawing/2014/main" id="{8BCA7E04-2FE7-6DCA-E3CF-01C646932D01}"/>
              </a:ext>
            </a:extLst>
          </p:cNvPr>
          <p:cNvPicPr>
            <a:picLocks noGrp="1" noChangeAspect="1"/>
          </p:cNvPicPr>
          <p:nvPr>
            <p:ph type="pic" sz="quarter" idx="5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77" r="14483"/>
          <a:stretch>
            <a:fillRect/>
          </a:stretch>
        </p:blipFill>
        <p:spPr>
          <a:xfrm>
            <a:off x="0" y="-2369"/>
            <a:ext cx="5725043" cy="10288588"/>
          </a:xfrm>
        </p:spPr>
      </p:pic>
      <p:grpSp>
        <p:nvGrpSpPr>
          <p:cNvPr id="60" name="Group 59">
            <a:extLst>
              <a:ext uri="{FF2B5EF4-FFF2-40B4-BE49-F238E27FC236}">
                <a16:creationId xmlns:a16="http://schemas.microsoft.com/office/drawing/2014/main" id="{53DC500D-4943-7A99-7A84-6132AE8E23AB}"/>
              </a:ext>
            </a:extLst>
          </p:cNvPr>
          <p:cNvGrpSpPr/>
          <p:nvPr/>
        </p:nvGrpSpPr>
        <p:grpSpPr>
          <a:xfrm>
            <a:off x="9024731" y="1699589"/>
            <a:ext cx="5596162" cy="8292036"/>
            <a:chOff x="6917635" y="1490869"/>
            <a:chExt cx="5596162" cy="8292036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19AAB008-DCB2-45F6-D1C4-926BE62DCB16}"/>
                </a:ext>
              </a:extLst>
            </p:cNvPr>
            <p:cNvGrpSpPr/>
            <p:nvPr/>
          </p:nvGrpSpPr>
          <p:grpSpPr>
            <a:xfrm>
              <a:off x="6917635" y="1490869"/>
              <a:ext cx="5207915" cy="827492"/>
              <a:chOff x="6917635" y="2276062"/>
              <a:chExt cx="5207915" cy="827492"/>
            </a:xfrm>
          </p:grpSpPr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2B7CF6F-E433-D331-26A0-9C866C2D4FBE}"/>
                  </a:ext>
                </a:extLst>
              </p:cNvPr>
              <p:cNvSpPr txBox="1"/>
              <p:nvPr/>
            </p:nvSpPr>
            <p:spPr>
              <a:xfrm>
                <a:off x="6917635" y="2276062"/>
                <a:ext cx="194444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 err="1"/>
                  <a:t>Učitavanje</a:t>
                </a:r>
                <a:r>
                  <a:rPr lang="en-US" sz="2000" b="1" dirty="0"/>
                  <a:t> </a:t>
                </a:r>
                <a:r>
                  <a:rPr lang="en-US" sz="2000" b="1" dirty="0" err="1"/>
                  <a:t>videa</a:t>
                </a:r>
                <a:endParaRPr lang="hr-HR" sz="2000" dirty="0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858457F-7FB7-575D-F81E-40D62B7AF126}"/>
                  </a:ext>
                </a:extLst>
              </p:cNvPr>
              <p:cNvSpPr txBox="1"/>
              <p:nvPr/>
            </p:nvSpPr>
            <p:spPr>
              <a:xfrm>
                <a:off x="7195931" y="2703444"/>
                <a:ext cx="492961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VideoCapture</a:t>
                </a: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inicijalizacija</a:t>
                </a: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i</a:t>
                </a: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dohvat</a:t>
                </a: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dimenzija</a:t>
                </a:r>
                <a:endParaRPr lang="hr-HR" sz="2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6FC39495-A9CE-60AC-4324-FAB8583B6569}"/>
                </a:ext>
              </a:extLst>
            </p:cNvPr>
            <p:cNvGrpSpPr/>
            <p:nvPr/>
          </p:nvGrpSpPr>
          <p:grpSpPr>
            <a:xfrm>
              <a:off x="6917635" y="2577110"/>
              <a:ext cx="5596162" cy="827492"/>
              <a:chOff x="6917635" y="3254582"/>
              <a:chExt cx="5596162" cy="827492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651503E-3A1D-7F99-3885-D70C7DF89345}"/>
                  </a:ext>
                </a:extLst>
              </p:cNvPr>
              <p:cNvSpPr txBox="1"/>
              <p:nvPr/>
            </p:nvSpPr>
            <p:spPr>
              <a:xfrm>
                <a:off x="6917635" y="3254582"/>
                <a:ext cx="249190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 err="1"/>
                  <a:t>Oduzimanje</a:t>
                </a:r>
                <a:r>
                  <a:rPr lang="en-US" sz="2000" b="1" dirty="0"/>
                  <a:t> </a:t>
                </a:r>
                <a:r>
                  <a:rPr lang="en-US" sz="2000" b="1" dirty="0" err="1"/>
                  <a:t>pozadine</a:t>
                </a:r>
                <a:endParaRPr lang="hr-HR" sz="2000" dirty="0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9E9C6D2-F0E4-3768-DCFE-8F1B6EA434AF}"/>
                  </a:ext>
                </a:extLst>
              </p:cNvPr>
              <p:cNvSpPr txBox="1"/>
              <p:nvPr/>
            </p:nvSpPr>
            <p:spPr>
              <a:xfrm>
                <a:off x="7195931" y="3681964"/>
                <a:ext cx="531786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MOG2 </a:t>
                </a:r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algoritam</a:t>
                </a: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 za </a:t>
                </a:r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izdvajanje</a:t>
                </a: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pokretnih</a:t>
                </a: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objekata</a:t>
                </a:r>
                <a:endParaRPr lang="hr-HR" sz="2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B6CC251C-2CBB-DE02-1E8A-0A731A75F923}"/>
                </a:ext>
              </a:extLst>
            </p:cNvPr>
            <p:cNvGrpSpPr/>
            <p:nvPr/>
          </p:nvGrpSpPr>
          <p:grpSpPr>
            <a:xfrm>
              <a:off x="6917635" y="3663351"/>
              <a:ext cx="4485089" cy="827492"/>
              <a:chOff x="6917635" y="4209081"/>
              <a:chExt cx="4485089" cy="827492"/>
            </a:xfrm>
          </p:grpSpPr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CB6C1D2-C9CE-5DDC-9CDD-006E8A4DDC45}"/>
                  </a:ext>
                </a:extLst>
              </p:cNvPr>
              <p:cNvSpPr txBox="1"/>
              <p:nvPr/>
            </p:nvSpPr>
            <p:spPr>
              <a:xfrm>
                <a:off x="6917635" y="4209081"/>
                <a:ext cx="143109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 err="1"/>
                  <a:t>Morfologija</a:t>
                </a:r>
                <a:endParaRPr lang="hr-HR" sz="2000" dirty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7639201-4E02-AB72-E09D-5A5089D25ABA}"/>
                  </a:ext>
                </a:extLst>
              </p:cNvPr>
              <p:cNvSpPr txBox="1"/>
              <p:nvPr/>
            </p:nvSpPr>
            <p:spPr>
              <a:xfrm>
                <a:off x="7195931" y="4636463"/>
                <a:ext cx="420679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Otvaranje</a:t>
                </a: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i</a:t>
                </a: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dilatacija</a:t>
                </a: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 za </a:t>
                </a:r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čišćenje</a:t>
                </a: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maske</a:t>
                </a:r>
                <a:endParaRPr lang="hr-HR" sz="2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71B8627A-5934-1E94-B0CC-99656B61C20D}"/>
                </a:ext>
              </a:extLst>
            </p:cNvPr>
            <p:cNvGrpSpPr/>
            <p:nvPr/>
          </p:nvGrpSpPr>
          <p:grpSpPr>
            <a:xfrm>
              <a:off x="6917635" y="4749592"/>
              <a:ext cx="4912642" cy="827492"/>
              <a:chOff x="6917635" y="5534785"/>
              <a:chExt cx="4912642" cy="827492"/>
            </a:xfrm>
          </p:grpSpPr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6AB155E-EA8C-AEFB-9907-9416FC389B7B}"/>
                  </a:ext>
                </a:extLst>
              </p:cNvPr>
              <p:cNvSpPr txBox="1"/>
              <p:nvPr/>
            </p:nvSpPr>
            <p:spPr>
              <a:xfrm>
                <a:off x="6917635" y="5534785"/>
                <a:ext cx="205524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 err="1"/>
                  <a:t>Detekcija</a:t>
                </a:r>
                <a:r>
                  <a:rPr lang="en-US" sz="2000" b="1" dirty="0"/>
                  <a:t> </a:t>
                </a:r>
                <a:r>
                  <a:rPr lang="en-US" sz="2000" b="1" dirty="0" err="1"/>
                  <a:t>kontura</a:t>
                </a:r>
                <a:endParaRPr lang="hr-HR" sz="2000" dirty="0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D99D210-D25D-FC99-DD19-C1A7A5B2205F}"/>
                  </a:ext>
                </a:extLst>
              </p:cNvPr>
              <p:cNvSpPr txBox="1"/>
              <p:nvPr/>
            </p:nvSpPr>
            <p:spPr>
              <a:xfrm>
                <a:off x="7195931" y="5962167"/>
                <a:ext cx="463434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Pronalaženje</a:t>
                </a: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kontura</a:t>
                </a: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i</a:t>
                </a: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filtriranje</a:t>
                </a: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 po </a:t>
                </a:r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veličini</a:t>
                </a:r>
                <a:endParaRPr lang="hr-HR" sz="2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3916B231-C208-02B0-E4D2-969E6016527F}"/>
                </a:ext>
              </a:extLst>
            </p:cNvPr>
            <p:cNvGrpSpPr/>
            <p:nvPr/>
          </p:nvGrpSpPr>
          <p:grpSpPr>
            <a:xfrm>
              <a:off x="6917635" y="5696690"/>
              <a:ext cx="4059524" cy="827492"/>
              <a:chOff x="6917635" y="2276062"/>
              <a:chExt cx="4059524" cy="827492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2AA9BA3-F3CA-8451-4B6E-EE2B50D8A8D9}"/>
                  </a:ext>
                </a:extLst>
              </p:cNvPr>
              <p:cNvSpPr txBox="1"/>
              <p:nvPr/>
            </p:nvSpPr>
            <p:spPr>
              <a:xfrm>
                <a:off x="6917635" y="2276062"/>
                <a:ext cx="202337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 err="1"/>
                  <a:t>Izračun</a:t>
                </a:r>
                <a:r>
                  <a:rPr lang="en-US" sz="2000" b="1" dirty="0"/>
                  <a:t> </a:t>
                </a:r>
                <a:r>
                  <a:rPr lang="en-US" sz="2000" b="1" dirty="0" err="1"/>
                  <a:t>centroida</a:t>
                </a:r>
                <a:endParaRPr lang="hr-HR" sz="2000" b="1" dirty="0"/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04DB9A7A-E682-9433-6124-5861CF17E0B6}"/>
                  </a:ext>
                </a:extLst>
              </p:cNvPr>
              <p:cNvSpPr txBox="1"/>
              <p:nvPr/>
            </p:nvSpPr>
            <p:spPr>
              <a:xfrm>
                <a:off x="7195931" y="2703444"/>
                <a:ext cx="378122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Dobivanje</a:t>
                </a: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središta</a:t>
                </a: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 bounding box-a</a:t>
                </a:r>
                <a:endParaRPr lang="hr-HR" sz="2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D2A73050-43E6-9BAF-B20D-6F1A1F6FEFCE}"/>
                </a:ext>
              </a:extLst>
            </p:cNvPr>
            <p:cNvGrpSpPr/>
            <p:nvPr/>
          </p:nvGrpSpPr>
          <p:grpSpPr>
            <a:xfrm>
              <a:off x="6917635" y="6782931"/>
              <a:ext cx="4640388" cy="827492"/>
              <a:chOff x="6917635" y="3254582"/>
              <a:chExt cx="4640388" cy="827492"/>
            </a:xfrm>
          </p:grpSpPr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C8C269D-8404-E78F-B3E4-18AB7BE61DAC}"/>
                  </a:ext>
                </a:extLst>
              </p:cNvPr>
              <p:cNvSpPr txBox="1"/>
              <p:nvPr/>
            </p:nvSpPr>
            <p:spPr>
              <a:xfrm>
                <a:off x="6917635" y="3254582"/>
                <a:ext cx="208980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 err="1"/>
                  <a:t>Praćenje</a:t>
                </a:r>
                <a:r>
                  <a:rPr lang="en-US" sz="2000" b="1" dirty="0"/>
                  <a:t> </a:t>
                </a:r>
                <a:r>
                  <a:rPr lang="en-US" sz="2000" b="1" dirty="0" err="1"/>
                  <a:t>objekata</a:t>
                </a:r>
                <a:endParaRPr lang="hr-HR" sz="2000" b="1" dirty="0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7D4AE5B-C21A-C9A6-E7FD-EFDCD8DA565A}"/>
                  </a:ext>
                </a:extLst>
              </p:cNvPr>
              <p:cNvSpPr txBox="1"/>
              <p:nvPr/>
            </p:nvSpPr>
            <p:spPr>
              <a:xfrm>
                <a:off x="7195931" y="3681964"/>
                <a:ext cx="436209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Dodjela</a:t>
                </a: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 ID-a </a:t>
                </a:r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metodom</a:t>
                </a: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najbližeg</a:t>
                </a: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susjeda</a:t>
                </a:r>
                <a:endParaRPr lang="hr-HR" sz="2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B0803711-4C46-6901-40B6-8ED89F94EC88}"/>
                </a:ext>
              </a:extLst>
            </p:cNvPr>
            <p:cNvGrpSpPr/>
            <p:nvPr/>
          </p:nvGrpSpPr>
          <p:grpSpPr>
            <a:xfrm>
              <a:off x="6917635" y="7869172"/>
              <a:ext cx="4605763" cy="827492"/>
              <a:chOff x="6917635" y="4209081"/>
              <a:chExt cx="4605763" cy="827492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0F3ABA8-30B0-5697-8235-500B74D24912}"/>
                  </a:ext>
                </a:extLst>
              </p:cNvPr>
              <p:cNvSpPr txBox="1"/>
              <p:nvPr/>
            </p:nvSpPr>
            <p:spPr>
              <a:xfrm>
                <a:off x="6917635" y="4209081"/>
                <a:ext cx="215674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 err="1"/>
                  <a:t>Brojanje</a:t>
                </a:r>
                <a:r>
                  <a:rPr lang="en-US" sz="2000" b="1" dirty="0"/>
                  <a:t> </a:t>
                </a:r>
                <a:r>
                  <a:rPr lang="en-US" sz="2000" b="1" dirty="0" err="1"/>
                  <a:t>prelazaka</a:t>
                </a:r>
                <a:endParaRPr lang="hr-HR" sz="2000" b="1" dirty="0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18255C2-2863-3E92-F582-C4D7778CDEFE}"/>
                  </a:ext>
                </a:extLst>
              </p:cNvPr>
              <p:cNvSpPr txBox="1"/>
              <p:nvPr/>
            </p:nvSpPr>
            <p:spPr>
              <a:xfrm>
                <a:off x="7195931" y="4636463"/>
                <a:ext cx="432746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Provjera</a:t>
                </a: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prelaska</a:t>
                </a: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linije</a:t>
                </a: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i</a:t>
                </a: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smjera</a:t>
                </a: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kretanja</a:t>
                </a:r>
                <a:endParaRPr lang="hr-HR" sz="2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350DD878-641B-81FC-214A-251E717403B5}"/>
                </a:ext>
              </a:extLst>
            </p:cNvPr>
            <p:cNvGrpSpPr/>
            <p:nvPr/>
          </p:nvGrpSpPr>
          <p:grpSpPr>
            <a:xfrm>
              <a:off x="6917635" y="8955413"/>
              <a:ext cx="4251820" cy="827492"/>
              <a:chOff x="6917635" y="5534785"/>
              <a:chExt cx="4251820" cy="827492"/>
            </a:xfrm>
          </p:grpSpPr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BD88D7BC-15C2-C13D-0678-006BABA4628F}"/>
                  </a:ext>
                </a:extLst>
              </p:cNvPr>
              <p:cNvSpPr txBox="1"/>
              <p:nvPr/>
            </p:nvSpPr>
            <p:spPr>
              <a:xfrm>
                <a:off x="6917635" y="5534785"/>
                <a:ext cx="147854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r-HR" sz="2000" b="1" dirty="0"/>
                  <a:t>Vizualizacija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EA93E22-05FB-FFEC-68F9-BF7C5D72D688}"/>
                  </a:ext>
                </a:extLst>
              </p:cNvPr>
              <p:cNvSpPr txBox="1"/>
              <p:nvPr/>
            </p:nvSpPr>
            <p:spPr>
              <a:xfrm>
                <a:off x="7195931" y="5962167"/>
                <a:ext cx="39735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Overlay </a:t>
                </a:r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linije</a:t>
                </a: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, ID-a </a:t>
                </a:r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i</a:t>
                </a: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brojača</a:t>
                </a: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na</a:t>
                </a: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videu</a:t>
                </a:r>
                <a:endParaRPr lang="hr-HR" sz="2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E16DD85-EBD8-7AFF-963F-9527C76B0B16}"/>
              </a:ext>
            </a:extLst>
          </p:cNvPr>
          <p:cNvCxnSpPr>
            <a:cxnSpLocks/>
          </p:cNvCxnSpPr>
          <p:nvPr/>
        </p:nvCxnSpPr>
        <p:spPr>
          <a:xfrm>
            <a:off x="7553739" y="1889705"/>
            <a:ext cx="0" cy="839888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Group 67">
            <a:extLst>
              <a:ext uri="{FF2B5EF4-FFF2-40B4-BE49-F238E27FC236}">
                <a16:creationId xmlns:a16="http://schemas.microsoft.com/office/drawing/2014/main" id="{82EB365F-9443-F1DD-CC81-8FC222BF17D5}"/>
              </a:ext>
            </a:extLst>
          </p:cNvPr>
          <p:cNvGrpSpPr/>
          <p:nvPr/>
        </p:nvGrpSpPr>
        <p:grpSpPr>
          <a:xfrm>
            <a:off x="7553739" y="1800252"/>
            <a:ext cx="1197665" cy="198783"/>
            <a:chOff x="7553739" y="1641228"/>
            <a:chExt cx="1197665" cy="198783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0E2803D3-250C-6A33-41E5-C5522E028114}"/>
                </a:ext>
              </a:extLst>
            </p:cNvPr>
            <p:cNvCxnSpPr/>
            <p:nvPr/>
          </p:nvCxnSpPr>
          <p:spPr>
            <a:xfrm>
              <a:off x="7553739" y="1740620"/>
              <a:ext cx="1123122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87E21632-8F1B-0EF7-4C7E-8F9D50177E2C}"/>
                </a:ext>
              </a:extLst>
            </p:cNvPr>
            <p:cNvSpPr/>
            <p:nvPr/>
          </p:nvSpPr>
          <p:spPr>
            <a:xfrm>
              <a:off x="8552621" y="1641228"/>
              <a:ext cx="198783" cy="198783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r-HR">
                <a:solidFill>
                  <a:schemeClr val="tx2"/>
                </a:solidFill>
              </a:endParaRP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5A619459-342A-66D4-A4D9-3D5B7C7337CB}"/>
              </a:ext>
            </a:extLst>
          </p:cNvPr>
          <p:cNvGrpSpPr/>
          <p:nvPr/>
        </p:nvGrpSpPr>
        <p:grpSpPr>
          <a:xfrm>
            <a:off x="7553739" y="2906371"/>
            <a:ext cx="1197665" cy="198783"/>
            <a:chOff x="7553739" y="1641228"/>
            <a:chExt cx="1197665" cy="198783"/>
          </a:xfrm>
        </p:grpSpPr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7B836C0-79A6-329C-D70B-31471F6A143B}"/>
                </a:ext>
              </a:extLst>
            </p:cNvPr>
            <p:cNvCxnSpPr/>
            <p:nvPr/>
          </p:nvCxnSpPr>
          <p:spPr>
            <a:xfrm>
              <a:off x="7553739" y="1740620"/>
              <a:ext cx="1123122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DDFE0BB4-E11A-898D-E1F1-8B8F53523B26}"/>
                </a:ext>
              </a:extLst>
            </p:cNvPr>
            <p:cNvSpPr/>
            <p:nvPr/>
          </p:nvSpPr>
          <p:spPr>
            <a:xfrm>
              <a:off x="8552621" y="1641228"/>
              <a:ext cx="198783" cy="198783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r-HR">
                <a:solidFill>
                  <a:schemeClr val="tx2"/>
                </a:solidFill>
              </a:endParaRP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91C7703-89BF-60A0-FCFE-CD7554149FB5}"/>
              </a:ext>
            </a:extLst>
          </p:cNvPr>
          <p:cNvGrpSpPr/>
          <p:nvPr/>
        </p:nvGrpSpPr>
        <p:grpSpPr>
          <a:xfrm>
            <a:off x="7553739" y="3992612"/>
            <a:ext cx="1197665" cy="198783"/>
            <a:chOff x="7553739" y="1641228"/>
            <a:chExt cx="1197665" cy="198783"/>
          </a:xfrm>
        </p:grpSpPr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6951BDC2-2B7B-5D39-5960-DE532A490742}"/>
                </a:ext>
              </a:extLst>
            </p:cNvPr>
            <p:cNvCxnSpPr/>
            <p:nvPr/>
          </p:nvCxnSpPr>
          <p:spPr>
            <a:xfrm>
              <a:off x="7553739" y="1740620"/>
              <a:ext cx="1123122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6A1344B3-C8F5-10AE-2E20-E79205CFF34B}"/>
                </a:ext>
              </a:extLst>
            </p:cNvPr>
            <p:cNvSpPr/>
            <p:nvPr/>
          </p:nvSpPr>
          <p:spPr>
            <a:xfrm>
              <a:off x="8552621" y="1641228"/>
              <a:ext cx="198783" cy="198783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r-HR">
                <a:solidFill>
                  <a:schemeClr val="tx2"/>
                </a:solidFill>
              </a:endParaRP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82A8900A-73A3-8115-8635-80CF2C31740E}"/>
              </a:ext>
            </a:extLst>
          </p:cNvPr>
          <p:cNvGrpSpPr/>
          <p:nvPr/>
        </p:nvGrpSpPr>
        <p:grpSpPr>
          <a:xfrm>
            <a:off x="7553739" y="5078853"/>
            <a:ext cx="1197665" cy="198783"/>
            <a:chOff x="7553739" y="1641228"/>
            <a:chExt cx="1197665" cy="198783"/>
          </a:xfrm>
        </p:grpSpPr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CE4F2138-C66E-807B-BAD7-C86DECAE403F}"/>
                </a:ext>
              </a:extLst>
            </p:cNvPr>
            <p:cNvCxnSpPr/>
            <p:nvPr/>
          </p:nvCxnSpPr>
          <p:spPr>
            <a:xfrm>
              <a:off x="7553739" y="1740620"/>
              <a:ext cx="1123122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FB2F1FCA-4F54-7B38-86B5-BB56216CDF99}"/>
                </a:ext>
              </a:extLst>
            </p:cNvPr>
            <p:cNvSpPr/>
            <p:nvPr/>
          </p:nvSpPr>
          <p:spPr>
            <a:xfrm>
              <a:off x="8552621" y="1641228"/>
              <a:ext cx="198783" cy="198783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r-HR">
                <a:solidFill>
                  <a:schemeClr val="tx2"/>
                </a:solidFill>
              </a:endParaRP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AF705413-7243-3721-D2BD-C14CED227A8E}"/>
              </a:ext>
            </a:extLst>
          </p:cNvPr>
          <p:cNvGrpSpPr/>
          <p:nvPr/>
        </p:nvGrpSpPr>
        <p:grpSpPr>
          <a:xfrm>
            <a:off x="7553739" y="6045826"/>
            <a:ext cx="1197665" cy="198783"/>
            <a:chOff x="7553739" y="1641228"/>
            <a:chExt cx="1197665" cy="198783"/>
          </a:xfrm>
        </p:grpSpPr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B869B1CD-0AFC-DCDD-A61C-C07FCE421AE8}"/>
                </a:ext>
              </a:extLst>
            </p:cNvPr>
            <p:cNvCxnSpPr/>
            <p:nvPr/>
          </p:nvCxnSpPr>
          <p:spPr>
            <a:xfrm>
              <a:off x="7553739" y="1740620"/>
              <a:ext cx="1123122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0FEB6F51-1A52-2301-DE57-89EE153155A9}"/>
                </a:ext>
              </a:extLst>
            </p:cNvPr>
            <p:cNvSpPr/>
            <p:nvPr/>
          </p:nvSpPr>
          <p:spPr>
            <a:xfrm>
              <a:off x="8552621" y="1641228"/>
              <a:ext cx="198783" cy="198783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r-HR">
                <a:solidFill>
                  <a:schemeClr val="tx2"/>
                </a:solidFill>
              </a:endParaRP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3A47554A-E821-C7E6-C94D-958C01084116}"/>
              </a:ext>
            </a:extLst>
          </p:cNvPr>
          <p:cNvGrpSpPr/>
          <p:nvPr/>
        </p:nvGrpSpPr>
        <p:grpSpPr>
          <a:xfrm>
            <a:off x="7553739" y="7112189"/>
            <a:ext cx="1197665" cy="198783"/>
            <a:chOff x="7553739" y="1641228"/>
            <a:chExt cx="1197665" cy="198783"/>
          </a:xfrm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79D1700E-567C-5048-D824-07D35539CEB3}"/>
                </a:ext>
              </a:extLst>
            </p:cNvPr>
            <p:cNvCxnSpPr/>
            <p:nvPr/>
          </p:nvCxnSpPr>
          <p:spPr>
            <a:xfrm>
              <a:off x="7553739" y="1740620"/>
              <a:ext cx="1123122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275A18A5-582B-37A2-2275-74CA718ACD8F}"/>
                </a:ext>
              </a:extLst>
            </p:cNvPr>
            <p:cNvSpPr/>
            <p:nvPr/>
          </p:nvSpPr>
          <p:spPr>
            <a:xfrm>
              <a:off x="8552621" y="1641228"/>
              <a:ext cx="198783" cy="198783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r-HR">
                <a:solidFill>
                  <a:schemeClr val="tx2"/>
                </a:solidFill>
              </a:endParaRP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C9223083-756E-6ED8-6B5D-6D2A933E35D4}"/>
              </a:ext>
            </a:extLst>
          </p:cNvPr>
          <p:cNvGrpSpPr/>
          <p:nvPr/>
        </p:nvGrpSpPr>
        <p:grpSpPr>
          <a:xfrm>
            <a:off x="7553739" y="8218308"/>
            <a:ext cx="1197665" cy="198783"/>
            <a:chOff x="7553739" y="1641228"/>
            <a:chExt cx="1197665" cy="198783"/>
          </a:xfrm>
        </p:grpSpPr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59CC431C-028B-BAB7-0C3E-4424577E3C13}"/>
                </a:ext>
              </a:extLst>
            </p:cNvPr>
            <p:cNvCxnSpPr/>
            <p:nvPr/>
          </p:nvCxnSpPr>
          <p:spPr>
            <a:xfrm>
              <a:off x="7553739" y="1740620"/>
              <a:ext cx="1123122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978F36E4-9825-DBEE-5509-12A3E50ED536}"/>
                </a:ext>
              </a:extLst>
            </p:cNvPr>
            <p:cNvSpPr/>
            <p:nvPr/>
          </p:nvSpPr>
          <p:spPr>
            <a:xfrm>
              <a:off x="8552621" y="1641228"/>
              <a:ext cx="198783" cy="198783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r-HR">
                <a:solidFill>
                  <a:schemeClr val="tx2"/>
                </a:solidFill>
              </a:endParaRP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5BE171DA-F79A-788B-C362-B2F171808E49}"/>
              </a:ext>
            </a:extLst>
          </p:cNvPr>
          <p:cNvGrpSpPr/>
          <p:nvPr/>
        </p:nvGrpSpPr>
        <p:grpSpPr>
          <a:xfrm>
            <a:off x="7553739" y="9304548"/>
            <a:ext cx="1197665" cy="198783"/>
            <a:chOff x="7553739" y="1641228"/>
            <a:chExt cx="1197665" cy="198783"/>
          </a:xfrm>
        </p:grpSpPr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A17F01BE-D406-908D-8703-44AC936B8C3B}"/>
                </a:ext>
              </a:extLst>
            </p:cNvPr>
            <p:cNvCxnSpPr/>
            <p:nvPr/>
          </p:nvCxnSpPr>
          <p:spPr>
            <a:xfrm>
              <a:off x="7553739" y="1740620"/>
              <a:ext cx="1123122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B044E3DC-8B34-AE1D-2AA7-FD79A6F6DD86}"/>
                </a:ext>
              </a:extLst>
            </p:cNvPr>
            <p:cNvSpPr/>
            <p:nvPr/>
          </p:nvSpPr>
          <p:spPr>
            <a:xfrm>
              <a:off x="8552621" y="1641228"/>
              <a:ext cx="198783" cy="198783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r-HR">
                <a:solidFill>
                  <a:schemeClr val="tx2"/>
                </a:solidFill>
              </a:endParaRPr>
            </a:p>
          </p:txBody>
        </p:sp>
      </p:grpSp>
      <p:sp>
        <p:nvSpPr>
          <p:cNvPr id="92" name="Rectangle 91">
            <a:extLst>
              <a:ext uri="{FF2B5EF4-FFF2-40B4-BE49-F238E27FC236}">
                <a16:creationId xmlns:a16="http://schemas.microsoft.com/office/drawing/2014/main" id="{1A08E716-B297-9888-D040-98512D80EA2C}"/>
              </a:ext>
            </a:extLst>
          </p:cNvPr>
          <p:cNvSpPr/>
          <p:nvPr/>
        </p:nvSpPr>
        <p:spPr>
          <a:xfrm>
            <a:off x="17333843" y="6732902"/>
            <a:ext cx="188844" cy="27704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45F79100-1C07-D104-0C31-596CC4F406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84" r="684"/>
          <a:stretch>
            <a:fillRect/>
          </a:stretch>
        </p:blipFill>
        <p:spPr>
          <a:xfrm>
            <a:off x="14620893" y="3054178"/>
            <a:ext cx="5263521" cy="526352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271454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 isContent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974D96-5668-EFD3-91F0-4C34679D75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318877AF-37FB-3D61-F9D8-48CB8464C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129" y="1620253"/>
            <a:ext cx="5795662" cy="2752021"/>
          </a:xfrm>
        </p:spPr>
        <p:txBody>
          <a:bodyPr/>
          <a:lstStyle/>
          <a:p>
            <a:r>
              <a:rPr lang="hr-HR" dirty="0"/>
              <a:t>Arhitektura rješenja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1A080B5-40E6-ECDE-54A8-A0C9ECF2B5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3691" y="-619074"/>
            <a:ext cx="57054" cy="60843"/>
          </a:xfrm>
          <a:prstGeom prst="rect">
            <a:avLst/>
          </a:prstGeom>
        </p:spPr>
      </p:pic>
      <p:grpSp>
        <p:nvGrpSpPr>
          <p:cNvPr id="63" name="Group 62">
            <a:extLst>
              <a:ext uri="{FF2B5EF4-FFF2-40B4-BE49-F238E27FC236}">
                <a16:creationId xmlns:a16="http://schemas.microsoft.com/office/drawing/2014/main" id="{B1FE4F4C-177B-3138-F49F-B94E8880CEB5}"/>
              </a:ext>
            </a:extLst>
          </p:cNvPr>
          <p:cNvGrpSpPr/>
          <p:nvPr/>
        </p:nvGrpSpPr>
        <p:grpSpPr>
          <a:xfrm>
            <a:off x="7390413" y="1620253"/>
            <a:ext cx="8203434" cy="7398426"/>
            <a:chOff x="7690664" y="1512985"/>
            <a:chExt cx="8203434" cy="7398426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FA8878E2-E31D-02A8-3B72-F5BCA31B9F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8390" t="-25124" r="-28390" b="-25124"/>
            <a:stretch>
              <a:fillRect/>
            </a:stretch>
          </p:blipFill>
          <p:spPr>
            <a:xfrm>
              <a:off x="10337862" y="1818004"/>
              <a:ext cx="1298126" cy="1298126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255C9E18-8AC8-0D57-F20D-9C72CAD1B9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346" t="-2475" r="-1346" b="-2475"/>
            <a:stretch>
              <a:fillRect/>
            </a:stretch>
          </p:blipFill>
          <p:spPr>
            <a:xfrm>
              <a:off x="9933979" y="4066120"/>
              <a:ext cx="850297" cy="906762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8020F083-284F-035E-972B-BDB7D6A0F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346" t="-2475" r="-1346" b="-2475"/>
            <a:stretch>
              <a:fillRect/>
            </a:stretch>
          </p:blipFill>
          <p:spPr>
            <a:xfrm>
              <a:off x="9933978" y="5385545"/>
              <a:ext cx="850297" cy="906762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7CAC8F81-D033-6085-6EBD-A7EA7E4513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346" t="-2475" r="-1346" b="-2475"/>
            <a:stretch>
              <a:fillRect/>
            </a:stretch>
          </p:blipFill>
          <p:spPr>
            <a:xfrm>
              <a:off x="12993353" y="4749562"/>
              <a:ext cx="850297" cy="906762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8B4B476B-CF5F-8D98-F302-23741B1439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8390" t="-25124" r="-28390" b="-25124"/>
            <a:stretch>
              <a:fillRect/>
            </a:stretch>
          </p:blipFill>
          <p:spPr>
            <a:xfrm>
              <a:off x="10267081" y="7308266"/>
              <a:ext cx="1298126" cy="1298126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05494A2C-9E54-40E3-9E6E-4BEEB73917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97999" y="1512985"/>
              <a:ext cx="598465" cy="610038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C66C7078-4B45-E7FA-7A9F-FF410F5A037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040643" y="2805626"/>
              <a:ext cx="598465" cy="610038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4343BEA-78B0-4A99-0716-FA0BB5E925B9}"/>
                </a:ext>
              </a:extLst>
            </p:cNvPr>
            <p:cNvSpPr txBox="1"/>
            <p:nvPr/>
          </p:nvSpPr>
          <p:spPr>
            <a:xfrm>
              <a:off x="13988956" y="5000319"/>
              <a:ext cx="1223348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r-HR" dirty="0">
                  <a:solidFill>
                    <a:srgbClr val="7030A0"/>
                  </a:solidFill>
                </a:rPr>
                <a:t>func.py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E1C2846-3781-B7A9-8155-9FA63C55C1D8}"/>
                </a:ext>
              </a:extLst>
            </p:cNvPr>
            <p:cNvSpPr txBox="1"/>
            <p:nvPr/>
          </p:nvSpPr>
          <p:spPr>
            <a:xfrm>
              <a:off x="7690664" y="4241731"/>
              <a:ext cx="1638654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r-HR" dirty="0">
                  <a:solidFill>
                    <a:schemeClr val="accent5"/>
                  </a:solidFill>
                </a:rPr>
                <a:t>vertical.py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A3CA48E-5784-DCE3-BFBE-87FCC917812F}"/>
                </a:ext>
              </a:extLst>
            </p:cNvPr>
            <p:cNvSpPr txBox="1"/>
            <p:nvPr/>
          </p:nvSpPr>
          <p:spPr>
            <a:xfrm>
              <a:off x="7690664" y="5585010"/>
              <a:ext cx="2019399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r-HR" dirty="0">
                  <a:solidFill>
                    <a:schemeClr val="accent5"/>
                  </a:solidFill>
                </a:rPr>
                <a:t>horizontal.py</a:t>
              </a: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EB1ACE7-31FC-68D8-B87A-6EC647F59FA3}"/>
                </a:ext>
              </a:extLst>
            </p:cNvPr>
            <p:cNvCxnSpPr>
              <a:stCxn id="23" idx="3"/>
              <a:endCxn id="25" idx="1"/>
            </p:cNvCxnSpPr>
            <p:nvPr/>
          </p:nvCxnSpPr>
          <p:spPr>
            <a:xfrm>
              <a:off x="10784276" y="4519501"/>
              <a:ext cx="2209077" cy="683442"/>
            </a:xfrm>
            <a:prstGeom prst="line">
              <a:avLst/>
            </a:prstGeom>
            <a:ln w="349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FBD11BB-1E3F-0DF6-40FB-F2E58CEF809C}"/>
                </a:ext>
              </a:extLst>
            </p:cNvPr>
            <p:cNvCxnSpPr>
              <a:stCxn id="24" idx="3"/>
              <a:endCxn id="25" idx="1"/>
            </p:cNvCxnSpPr>
            <p:nvPr/>
          </p:nvCxnSpPr>
          <p:spPr>
            <a:xfrm flipV="1">
              <a:off x="10784275" y="5202943"/>
              <a:ext cx="2209078" cy="635983"/>
            </a:xfrm>
            <a:prstGeom prst="line">
              <a:avLst/>
            </a:prstGeom>
            <a:ln w="349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5ED9F7B-8C1C-B402-132F-DDE1FC64264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37862" y="6522368"/>
              <a:ext cx="578281" cy="984312"/>
            </a:xfrm>
            <a:prstGeom prst="line">
              <a:avLst/>
            </a:prstGeom>
            <a:ln w="349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CFEC1C2-E241-4AF6-9447-A3C514FF41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81481" y="2932688"/>
              <a:ext cx="505444" cy="950830"/>
            </a:xfrm>
            <a:prstGeom prst="line">
              <a:avLst/>
            </a:prstGeom>
            <a:ln w="349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8C0FFE5-86DC-EA47-6E34-E1414795EEC1}"/>
                </a:ext>
              </a:extLst>
            </p:cNvPr>
            <p:cNvCxnSpPr>
              <a:stCxn id="21" idx="3"/>
              <a:endCxn id="28" idx="1"/>
            </p:cNvCxnSpPr>
            <p:nvPr/>
          </p:nvCxnSpPr>
          <p:spPr>
            <a:xfrm flipV="1">
              <a:off x="11635988" y="1818004"/>
              <a:ext cx="362011" cy="649063"/>
            </a:xfrm>
            <a:prstGeom prst="line">
              <a:avLst/>
            </a:prstGeom>
            <a:ln w="349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EE847A61-6226-32BB-EAEE-4B75BA07B2AA}"/>
                </a:ext>
              </a:extLst>
            </p:cNvPr>
            <p:cNvCxnSpPr>
              <a:stCxn id="21" idx="3"/>
              <a:endCxn id="29" idx="1"/>
            </p:cNvCxnSpPr>
            <p:nvPr/>
          </p:nvCxnSpPr>
          <p:spPr>
            <a:xfrm>
              <a:off x="11635988" y="2467067"/>
              <a:ext cx="404655" cy="643578"/>
            </a:xfrm>
            <a:prstGeom prst="line">
              <a:avLst/>
            </a:prstGeom>
            <a:ln w="349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3E9B3379-24A6-DFFF-79E8-CBF4F04258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27217" y="7008732"/>
              <a:ext cx="598465" cy="610038"/>
            </a:xfrm>
            <a:prstGeom prst="rect">
              <a:avLst/>
            </a:pr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4BB64690-5600-FBCD-3C9A-63C1021901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69861" y="8301373"/>
              <a:ext cx="598465" cy="610038"/>
            </a:xfrm>
            <a:prstGeom prst="rect">
              <a:avLst/>
            </a:prstGeom>
          </p:spPr>
        </p:pic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64158C24-FD08-28B7-BC48-77A99A63C2B1}"/>
                </a:ext>
              </a:extLst>
            </p:cNvPr>
            <p:cNvCxnSpPr>
              <a:endCxn id="48" idx="1"/>
            </p:cNvCxnSpPr>
            <p:nvPr/>
          </p:nvCxnSpPr>
          <p:spPr>
            <a:xfrm flipV="1">
              <a:off x="11565206" y="7313751"/>
              <a:ext cx="362011" cy="649063"/>
            </a:xfrm>
            <a:prstGeom prst="line">
              <a:avLst/>
            </a:prstGeom>
            <a:ln w="349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3E33D24-0E34-6CE2-005C-4D66D792C9BB}"/>
                </a:ext>
              </a:extLst>
            </p:cNvPr>
            <p:cNvCxnSpPr>
              <a:endCxn id="49" idx="1"/>
            </p:cNvCxnSpPr>
            <p:nvPr/>
          </p:nvCxnSpPr>
          <p:spPr>
            <a:xfrm>
              <a:off x="11565206" y="7962814"/>
              <a:ext cx="404655" cy="643578"/>
            </a:xfrm>
            <a:prstGeom prst="line">
              <a:avLst/>
            </a:prstGeom>
            <a:ln w="349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FCC22A7-8D3B-80EA-EDCD-A2AB94A5D528}"/>
                </a:ext>
              </a:extLst>
            </p:cNvPr>
            <p:cNvSpPr txBox="1"/>
            <p:nvPr/>
          </p:nvSpPr>
          <p:spPr>
            <a:xfrm>
              <a:off x="12596464" y="2840546"/>
              <a:ext cx="3297634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r-HR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output_pedestrian.avi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D2B973E-9729-B1EC-95C5-C021B9381CFD}"/>
                </a:ext>
              </a:extLst>
            </p:cNvPr>
            <p:cNvSpPr txBox="1"/>
            <p:nvPr/>
          </p:nvSpPr>
          <p:spPr>
            <a:xfrm>
              <a:off x="12596464" y="1587967"/>
              <a:ext cx="1431289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r-HR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ped.mp4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09D8F21-C74F-D0EC-5373-9636A7D2DB78}"/>
                </a:ext>
              </a:extLst>
            </p:cNvPr>
            <p:cNvSpPr txBox="1"/>
            <p:nvPr/>
          </p:nvSpPr>
          <p:spPr>
            <a:xfrm>
              <a:off x="10265736" y="1620253"/>
              <a:ext cx="116570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r-HR" sz="2400" dirty="0">
                  <a:solidFill>
                    <a:srgbClr val="AAB83C"/>
                  </a:solidFill>
                </a:rPr>
                <a:t>video_v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FB659FC-D8FF-29AC-83FC-C501E7480FBB}"/>
                </a:ext>
              </a:extLst>
            </p:cNvPr>
            <p:cNvSpPr txBox="1"/>
            <p:nvPr/>
          </p:nvSpPr>
          <p:spPr>
            <a:xfrm>
              <a:off x="10265736" y="8375559"/>
              <a:ext cx="11881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r-HR" sz="2400" dirty="0">
                  <a:solidFill>
                    <a:srgbClr val="AAB83C"/>
                  </a:solidFill>
                </a:rPr>
                <a:t>video_h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5ADF0FC-5270-C760-06C5-D3CEECD0EEC7}"/>
                </a:ext>
              </a:extLst>
            </p:cNvPr>
            <p:cNvSpPr txBox="1"/>
            <p:nvPr/>
          </p:nvSpPr>
          <p:spPr>
            <a:xfrm>
              <a:off x="12576280" y="8329393"/>
              <a:ext cx="2827505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r-HR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output_mix_dir.avi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C0A40BC-5683-1F24-E914-84C56E61B861}"/>
                </a:ext>
              </a:extLst>
            </p:cNvPr>
            <p:cNvSpPr txBox="1"/>
            <p:nvPr/>
          </p:nvSpPr>
          <p:spPr>
            <a:xfrm>
              <a:off x="12576280" y="7076814"/>
              <a:ext cx="1697388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r-HR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mix_dir.avi</a:t>
              </a:r>
            </a:p>
          </p:txBody>
        </p:sp>
      </p:grpSp>
      <p:sp>
        <p:nvSpPr>
          <p:cNvPr id="64" name="Rectangle 63">
            <a:extLst>
              <a:ext uri="{FF2B5EF4-FFF2-40B4-BE49-F238E27FC236}">
                <a16:creationId xmlns:a16="http://schemas.microsoft.com/office/drawing/2014/main" id="{4B69EAF7-42E5-E21A-9C5E-00CF7AD701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182531" y="6629636"/>
            <a:ext cx="362011" cy="28965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21715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AC845109-1BEC-2B17-E158-9041FDA857A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88" r="30939"/>
          <a:stretch>
            <a:fillRect/>
          </a:stretch>
        </p:blipFill>
        <p:spPr>
          <a:xfrm>
            <a:off x="0" y="1"/>
            <a:ext cx="9144000" cy="1028859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A5A8A-30E4-7D8C-609D-DBD0706455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5</a:t>
            </a:fld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508C169-D4DD-1F5D-255E-B9649357736F}"/>
              </a:ext>
            </a:extLst>
          </p:cNvPr>
          <p:cNvGrpSpPr/>
          <p:nvPr/>
        </p:nvGrpSpPr>
        <p:grpSpPr>
          <a:xfrm>
            <a:off x="9749477" y="2347350"/>
            <a:ext cx="7073375" cy="1525893"/>
            <a:chOff x="9449221" y="2088040"/>
            <a:chExt cx="7073375" cy="1633176"/>
          </a:xfrm>
        </p:grpSpPr>
        <p:sp>
          <p:nvSpPr>
            <p:cNvPr id="10" name="Текст 2">
              <a:extLst>
                <a:ext uri="{FF2B5EF4-FFF2-40B4-BE49-F238E27FC236}">
                  <a16:creationId xmlns:a16="http://schemas.microsoft.com/office/drawing/2014/main" id="{0A06242F-379D-2C47-BC91-DF7F0CC00CFF}"/>
                </a:ext>
              </a:extLst>
            </p:cNvPr>
            <p:cNvSpPr txBox="1">
              <a:spLocks/>
            </p:cNvSpPr>
            <p:nvPr/>
          </p:nvSpPr>
          <p:spPr>
            <a:xfrm>
              <a:off x="9449222" y="2088040"/>
              <a:ext cx="3911936" cy="672402"/>
            </a:xfrm>
            <a:prstGeom prst="rect">
              <a:avLst/>
            </a:prstGeom>
          </p:spPr>
          <p:txBody>
            <a:bodyPr/>
            <a:lstStyle>
              <a:lvl1pPr marL="0" indent="0" algn="l" defTabSz="1371477" rtl="0" eaLnBrk="1" latinLnBrk="0" hangingPunct="1">
                <a:lnSpc>
                  <a:spcPct val="150000"/>
                </a:lnSpc>
                <a:spcBef>
                  <a:spcPts val="1500"/>
                </a:spcBef>
                <a:buFont typeface="Arial" panose="020B0604020202020204" pitchFamily="34" charset="0"/>
                <a:buNone/>
                <a:defRPr sz="4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1371477" rtl="0" eaLnBrk="1" latinLnBrk="0" hangingPunct="1">
                <a:lnSpc>
                  <a:spcPct val="150000"/>
                </a:lnSpc>
                <a:spcBef>
                  <a:spcPts val="749"/>
                </a:spcBef>
                <a:buFont typeface="Arial" panose="020B0604020202020204" pitchFamily="34" charset="0"/>
                <a:buNone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1371477" rtl="0" eaLnBrk="1" latinLnBrk="0" hangingPunct="1">
                <a:lnSpc>
                  <a:spcPct val="150000"/>
                </a:lnSpc>
                <a:spcBef>
                  <a:spcPts val="749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1371477" rtl="0" eaLnBrk="1" latinLnBrk="0" hangingPunct="1">
                <a:lnSpc>
                  <a:spcPct val="150000"/>
                </a:lnSpc>
                <a:spcBef>
                  <a:spcPts val="749"/>
                </a:spcBef>
                <a:buFont typeface="Arial" panose="020B0604020202020204" pitchFamily="34" charset="0"/>
                <a:buNone/>
                <a:defRPr sz="1500" kern="1200">
                  <a:solidFill>
                    <a:schemeClr val="tx1">
                      <a:alpha val="70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1371477" rtl="0" eaLnBrk="1" latinLnBrk="0" hangingPunct="1">
                <a:lnSpc>
                  <a:spcPct val="150000"/>
                </a:lnSpc>
                <a:spcBef>
                  <a:spcPts val="749"/>
                </a:spcBef>
                <a:buFont typeface="Arial" panose="020B0604020202020204" pitchFamily="34" charset="0"/>
                <a:buNone/>
                <a:defRPr sz="1500" kern="1200" baseline="0">
                  <a:solidFill>
                    <a:schemeClr val="tx1">
                      <a:alpha val="50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3771561" indent="-342870" algn="l" defTabSz="1371477" rtl="0" eaLnBrk="1" latinLnBrk="0" hangingPunct="1">
                <a:lnSpc>
                  <a:spcPct val="90000"/>
                </a:lnSpc>
                <a:spcBef>
                  <a:spcPts val="749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457301" indent="-342870" algn="l" defTabSz="1371477" rtl="0" eaLnBrk="1" latinLnBrk="0" hangingPunct="1">
                <a:lnSpc>
                  <a:spcPct val="90000"/>
                </a:lnSpc>
                <a:spcBef>
                  <a:spcPts val="749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143038" indent="-342870" algn="l" defTabSz="1371477" rtl="0" eaLnBrk="1" latinLnBrk="0" hangingPunct="1">
                <a:lnSpc>
                  <a:spcPct val="90000"/>
                </a:lnSpc>
                <a:spcBef>
                  <a:spcPts val="749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828775" indent="-342870" algn="l" defTabSz="1371477" rtl="0" eaLnBrk="1" latinLnBrk="0" hangingPunct="1">
                <a:lnSpc>
                  <a:spcPct val="90000"/>
                </a:lnSpc>
                <a:spcBef>
                  <a:spcPts val="749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3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preprocess_mask</a:t>
              </a:r>
              <a:r>
                <a:rPr lang="hr-HR" sz="3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()</a:t>
              </a:r>
              <a:endPara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" name="Текст 3">
              <a:extLst>
                <a:ext uri="{FF2B5EF4-FFF2-40B4-BE49-F238E27FC236}">
                  <a16:creationId xmlns:a16="http://schemas.microsoft.com/office/drawing/2014/main" id="{66EEFBEE-3BA1-C027-7D72-562DB4A5271B}"/>
                </a:ext>
              </a:extLst>
            </p:cNvPr>
            <p:cNvSpPr txBox="1">
              <a:spLocks/>
            </p:cNvSpPr>
            <p:nvPr/>
          </p:nvSpPr>
          <p:spPr>
            <a:xfrm>
              <a:off x="9449221" y="2810771"/>
              <a:ext cx="7073375" cy="910445"/>
            </a:xfrm>
            <a:prstGeom prst="rect">
              <a:avLst/>
            </a:prstGeom>
          </p:spPr>
          <p:txBody>
            <a:bodyPr/>
            <a:lstStyle>
              <a:lvl1pPr marL="0" indent="0" algn="l" defTabSz="1371477" rtl="0" eaLnBrk="1" latinLnBrk="0" hangingPunct="1">
                <a:lnSpc>
                  <a:spcPct val="150000"/>
                </a:lnSpc>
                <a:spcBef>
                  <a:spcPts val="1500"/>
                </a:spcBef>
                <a:buFont typeface="Arial" panose="020B0604020202020204" pitchFamily="34" charset="0"/>
                <a:buNone/>
                <a:defRPr sz="4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1371477" rtl="0" eaLnBrk="1" latinLnBrk="0" hangingPunct="1">
                <a:lnSpc>
                  <a:spcPct val="150000"/>
                </a:lnSpc>
                <a:spcBef>
                  <a:spcPts val="749"/>
                </a:spcBef>
                <a:buFont typeface="Arial" panose="020B0604020202020204" pitchFamily="34" charset="0"/>
                <a:buNone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1371477" rtl="0" eaLnBrk="1" latinLnBrk="0" hangingPunct="1">
                <a:lnSpc>
                  <a:spcPct val="150000"/>
                </a:lnSpc>
                <a:spcBef>
                  <a:spcPts val="749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1371477" rtl="0" eaLnBrk="1" latinLnBrk="0" hangingPunct="1">
                <a:lnSpc>
                  <a:spcPct val="150000"/>
                </a:lnSpc>
                <a:spcBef>
                  <a:spcPts val="749"/>
                </a:spcBef>
                <a:buFont typeface="Arial" panose="020B0604020202020204" pitchFamily="34" charset="0"/>
                <a:buNone/>
                <a:defRPr sz="1500" kern="1200">
                  <a:solidFill>
                    <a:schemeClr val="tx1">
                      <a:alpha val="70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1371477" rtl="0" eaLnBrk="1" latinLnBrk="0" hangingPunct="1">
                <a:lnSpc>
                  <a:spcPct val="150000"/>
                </a:lnSpc>
                <a:spcBef>
                  <a:spcPts val="749"/>
                </a:spcBef>
                <a:buFont typeface="Arial" panose="020B0604020202020204" pitchFamily="34" charset="0"/>
                <a:buNone/>
                <a:defRPr sz="1500" kern="1200" baseline="0">
                  <a:solidFill>
                    <a:schemeClr val="tx1">
                      <a:alpha val="50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3771561" indent="-342870" algn="l" defTabSz="1371477" rtl="0" eaLnBrk="1" latinLnBrk="0" hangingPunct="1">
                <a:lnSpc>
                  <a:spcPct val="90000"/>
                </a:lnSpc>
                <a:spcBef>
                  <a:spcPts val="749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457301" indent="-342870" algn="l" defTabSz="1371477" rtl="0" eaLnBrk="1" latinLnBrk="0" hangingPunct="1">
                <a:lnSpc>
                  <a:spcPct val="90000"/>
                </a:lnSpc>
                <a:spcBef>
                  <a:spcPts val="749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143038" indent="-342870" algn="l" defTabSz="1371477" rtl="0" eaLnBrk="1" latinLnBrk="0" hangingPunct="1">
                <a:lnSpc>
                  <a:spcPct val="90000"/>
                </a:lnSpc>
                <a:spcBef>
                  <a:spcPts val="749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828775" indent="-342870" algn="l" defTabSz="1371477" rtl="0" eaLnBrk="1" latinLnBrk="0" hangingPunct="1">
                <a:lnSpc>
                  <a:spcPct val="90000"/>
                </a:lnSpc>
                <a:spcBef>
                  <a:spcPts val="749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800" i="1" dirty="0" err="1">
                  <a:solidFill>
                    <a:schemeClr val="bg1">
                      <a:lumMod val="50000"/>
                    </a:schemeClr>
                  </a:solidFill>
                </a:rPr>
                <a:t>koristi</a:t>
              </a:r>
              <a:r>
                <a:rPr lang="en-US" sz="1800" i="1" dirty="0">
                  <a:solidFill>
                    <a:schemeClr val="bg1">
                      <a:lumMod val="50000"/>
                    </a:schemeClr>
                  </a:solidFill>
                </a:rPr>
                <a:t> MOG2 </a:t>
              </a:r>
              <a:r>
                <a:rPr lang="en-US" sz="1800" i="1" dirty="0" err="1">
                  <a:solidFill>
                    <a:schemeClr val="bg1">
                      <a:lumMod val="50000"/>
                    </a:schemeClr>
                  </a:solidFill>
                </a:rPr>
                <a:t>algoritam</a:t>
              </a:r>
              <a:r>
                <a:rPr lang="en-US" sz="1800" i="1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en-US" sz="1800" i="1" dirty="0" err="1">
                  <a:solidFill>
                    <a:schemeClr val="bg1">
                      <a:lumMod val="50000"/>
                    </a:schemeClr>
                  </a:solidFill>
                </a:rPr>
                <a:t>i</a:t>
              </a:r>
              <a:r>
                <a:rPr lang="en-US" sz="1800" i="1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en-US" sz="1800" i="1" dirty="0" err="1">
                  <a:solidFill>
                    <a:schemeClr val="bg1">
                      <a:lumMod val="50000"/>
                    </a:schemeClr>
                  </a:solidFill>
                </a:rPr>
                <a:t>morfološke</a:t>
              </a:r>
              <a:r>
                <a:rPr lang="en-US" sz="1800" i="1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en-US" sz="1800" i="1" dirty="0" err="1">
                  <a:solidFill>
                    <a:schemeClr val="bg1">
                      <a:lumMod val="50000"/>
                    </a:schemeClr>
                  </a:solidFill>
                </a:rPr>
                <a:t>operacije</a:t>
              </a:r>
              <a:r>
                <a:rPr lang="en-US" sz="1800" i="1" dirty="0">
                  <a:solidFill>
                    <a:schemeClr val="bg1">
                      <a:lumMod val="50000"/>
                    </a:schemeClr>
                  </a:solidFill>
                </a:rPr>
                <a:t> za </a:t>
              </a:r>
              <a:r>
                <a:rPr lang="en-US" sz="1800" i="1" dirty="0" err="1">
                  <a:solidFill>
                    <a:schemeClr val="bg1">
                      <a:lumMod val="50000"/>
                    </a:schemeClr>
                  </a:solidFill>
                </a:rPr>
                <a:t>binarizaciju</a:t>
              </a:r>
              <a:r>
                <a:rPr lang="en-US" sz="1800" i="1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en-US" sz="1800" i="1" dirty="0" err="1">
                  <a:solidFill>
                    <a:schemeClr val="bg1">
                      <a:lumMod val="50000"/>
                    </a:schemeClr>
                  </a:solidFill>
                </a:rPr>
                <a:t>i</a:t>
              </a:r>
              <a:r>
                <a:rPr lang="en-US" sz="1800" i="1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en-US" sz="1800" i="1" dirty="0" err="1">
                  <a:solidFill>
                    <a:schemeClr val="bg1">
                      <a:lumMod val="50000"/>
                    </a:schemeClr>
                  </a:solidFill>
                </a:rPr>
                <a:t>čišćenje</a:t>
              </a:r>
              <a:r>
                <a:rPr lang="en-US" sz="1800" i="1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en-US" sz="1800" i="1" dirty="0" err="1">
                  <a:solidFill>
                    <a:schemeClr val="bg1">
                      <a:lumMod val="50000"/>
                    </a:schemeClr>
                  </a:solidFill>
                </a:rPr>
                <a:t>maske</a:t>
              </a:r>
              <a:r>
                <a:rPr lang="en-US" sz="1800" i="1" dirty="0">
                  <a:solidFill>
                    <a:schemeClr val="bg1">
                      <a:lumMod val="50000"/>
                    </a:schemeClr>
                  </a:solidFill>
                </a:rPr>
                <a:t>.​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8CDDFE8-CDDC-F94F-CB0C-7B4C17157913}"/>
              </a:ext>
            </a:extLst>
          </p:cNvPr>
          <p:cNvGrpSpPr/>
          <p:nvPr/>
        </p:nvGrpSpPr>
        <p:grpSpPr>
          <a:xfrm>
            <a:off x="9749478" y="7909932"/>
            <a:ext cx="7073375" cy="1984695"/>
            <a:chOff x="9449222" y="6886345"/>
            <a:chExt cx="7073375" cy="2124235"/>
          </a:xfrm>
        </p:grpSpPr>
        <p:sp>
          <p:nvSpPr>
            <p:cNvPr id="19" name="Текст 11">
              <a:extLst>
                <a:ext uri="{FF2B5EF4-FFF2-40B4-BE49-F238E27FC236}">
                  <a16:creationId xmlns:a16="http://schemas.microsoft.com/office/drawing/2014/main" id="{B4695C43-E285-57AD-5E61-E943220B449D}"/>
                </a:ext>
              </a:extLst>
            </p:cNvPr>
            <p:cNvSpPr txBox="1">
              <a:spLocks/>
            </p:cNvSpPr>
            <p:nvPr/>
          </p:nvSpPr>
          <p:spPr>
            <a:xfrm>
              <a:off x="9449222" y="6886345"/>
              <a:ext cx="4521245" cy="672402"/>
            </a:xfrm>
            <a:prstGeom prst="rect">
              <a:avLst/>
            </a:prstGeom>
          </p:spPr>
          <p:txBody>
            <a:bodyPr/>
            <a:lstStyle>
              <a:lvl1pPr marL="0" indent="0" algn="l" defTabSz="1371477" rtl="0" eaLnBrk="1" latinLnBrk="0" hangingPunct="1">
                <a:lnSpc>
                  <a:spcPct val="150000"/>
                </a:lnSpc>
                <a:spcBef>
                  <a:spcPts val="1500"/>
                </a:spcBef>
                <a:buFont typeface="Arial" panose="020B0604020202020204" pitchFamily="34" charset="0"/>
                <a:buNone/>
                <a:defRPr sz="4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1371477" rtl="0" eaLnBrk="1" latinLnBrk="0" hangingPunct="1">
                <a:lnSpc>
                  <a:spcPct val="150000"/>
                </a:lnSpc>
                <a:spcBef>
                  <a:spcPts val="749"/>
                </a:spcBef>
                <a:buFont typeface="Arial" panose="020B0604020202020204" pitchFamily="34" charset="0"/>
                <a:buNone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1371477" rtl="0" eaLnBrk="1" latinLnBrk="0" hangingPunct="1">
                <a:lnSpc>
                  <a:spcPct val="150000"/>
                </a:lnSpc>
                <a:spcBef>
                  <a:spcPts val="749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1371477" rtl="0" eaLnBrk="1" latinLnBrk="0" hangingPunct="1">
                <a:lnSpc>
                  <a:spcPct val="150000"/>
                </a:lnSpc>
                <a:spcBef>
                  <a:spcPts val="749"/>
                </a:spcBef>
                <a:buFont typeface="Arial" panose="020B0604020202020204" pitchFamily="34" charset="0"/>
                <a:buNone/>
                <a:defRPr sz="1500" kern="1200">
                  <a:solidFill>
                    <a:schemeClr val="tx1">
                      <a:alpha val="70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1371477" rtl="0" eaLnBrk="1" latinLnBrk="0" hangingPunct="1">
                <a:lnSpc>
                  <a:spcPct val="150000"/>
                </a:lnSpc>
                <a:spcBef>
                  <a:spcPts val="749"/>
                </a:spcBef>
                <a:buFont typeface="Arial" panose="020B0604020202020204" pitchFamily="34" charset="0"/>
                <a:buNone/>
                <a:defRPr sz="1500" kern="1200" baseline="0">
                  <a:solidFill>
                    <a:schemeClr val="tx1">
                      <a:alpha val="50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3771561" indent="-342870" algn="l" defTabSz="1371477" rtl="0" eaLnBrk="1" latinLnBrk="0" hangingPunct="1">
                <a:lnSpc>
                  <a:spcPct val="90000"/>
                </a:lnSpc>
                <a:spcBef>
                  <a:spcPts val="749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457301" indent="-342870" algn="l" defTabSz="1371477" rtl="0" eaLnBrk="1" latinLnBrk="0" hangingPunct="1">
                <a:lnSpc>
                  <a:spcPct val="90000"/>
                </a:lnSpc>
                <a:spcBef>
                  <a:spcPts val="749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143038" indent="-342870" algn="l" defTabSz="1371477" rtl="0" eaLnBrk="1" latinLnBrk="0" hangingPunct="1">
                <a:lnSpc>
                  <a:spcPct val="90000"/>
                </a:lnSpc>
                <a:spcBef>
                  <a:spcPts val="749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828775" indent="-342870" algn="l" defTabSz="1371477" rtl="0" eaLnBrk="1" latinLnBrk="0" hangingPunct="1">
                <a:lnSpc>
                  <a:spcPct val="90000"/>
                </a:lnSpc>
                <a:spcBef>
                  <a:spcPts val="749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3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object_bounding_box</a:t>
              </a:r>
              <a:r>
                <a:rPr lang="hr-HR" sz="3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()</a:t>
              </a:r>
              <a:endPara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0" name="Текст 13">
              <a:extLst>
                <a:ext uri="{FF2B5EF4-FFF2-40B4-BE49-F238E27FC236}">
                  <a16:creationId xmlns:a16="http://schemas.microsoft.com/office/drawing/2014/main" id="{6616E141-1505-E14C-F5B3-C0BF88656040}"/>
                </a:ext>
              </a:extLst>
            </p:cNvPr>
            <p:cNvSpPr txBox="1">
              <a:spLocks/>
            </p:cNvSpPr>
            <p:nvPr/>
          </p:nvSpPr>
          <p:spPr>
            <a:xfrm>
              <a:off x="9449222" y="7558747"/>
              <a:ext cx="7073375" cy="1451833"/>
            </a:xfrm>
            <a:prstGeom prst="rect">
              <a:avLst/>
            </a:prstGeom>
          </p:spPr>
          <p:txBody>
            <a:bodyPr/>
            <a:lstStyle>
              <a:lvl1pPr marL="0" indent="0" algn="l" defTabSz="1371477" rtl="0" eaLnBrk="1" latinLnBrk="0" hangingPunct="1">
                <a:lnSpc>
                  <a:spcPct val="150000"/>
                </a:lnSpc>
                <a:spcBef>
                  <a:spcPts val="1500"/>
                </a:spcBef>
                <a:buFont typeface="Arial" panose="020B0604020202020204" pitchFamily="34" charset="0"/>
                <a:buNone/>
                <a:defRPr sz="4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1371477" rtl="0" eaLnBrk="1" latinLnBrk="0" hangingPunct="1">
                <a:lnSpc>
                  <a:spcPct val="150000"/>
                </a:lnSpc>
                <a:spcBef>
                  <a:spcPts val="749"/>
                </a:spcBef>
                <a:buFont typeface="Arial" panose="020B0604020202020204" pitchFamily="34" charset="0"/>
                <a:buNone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1371477" rtl="0" eaLnBrk="1" latinLnBrk="0" hangingPunct="1">
                <a:lnSpc>
                  <a:spcPct val="150000"/>
                </a:lnSpc>
                <a:spcBef>
                  <a:spcPts val="749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1371477" rtl="0" eaLnBrk="1" latinLnBrk="0" hangingPunct="1">
                <a:lnSpc>
                  <a:spcPct val="150000"/>
                </a:lnSpc>
                <a:spcBef>
                  <a:spcPts val="749"/>
                </a:spcBef>
                <a:buFont typeface="Arial" panose="020B0604020202020204" pitchFamily="34" charset="0"/>
                <a:buNone/>
                <a:defRPr sz="1500" kern="1200">
                  <a:solidFill>
                    <a:schemeClr val="tx1">
                      <a:alpha val="70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1371477" rtl="0" eaLnBrk="1" latinLnBrk="0" hangingPunct="1">
                <a:lnSpc>
                  <a:spcPct val="150000"/>
                </a:lnSpc>
                <a:spcBef>
                  <a:spcPts val="749"/>
                </a:spcBef>
                <a:buFont typeface="Arial" panose="020B0604020202020204" pitchFamily="34" charset="0"/>
                <a:buNone/>
                <a:defRPr sz="1500" kern="1200" baseline="0">
                  <a:solidFill>
                    <a:schemeClr val="tx1">
                      <a:alpha val="50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3771561" indent="-342870" algn="l" defTabSz="1371477" rtl="0" eaLnBrk="1" latinLnBrk="0" hangingPunct="1">
                <a:lnSpc>
                  <a:spcPct val="90000"/>
                </a:lnSpc>
                <a:spcBef>
                  <a:spcPts val="749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457301" indent="-342870" algn="l" defTabSz="1371477" rtl="0" eaLnBrk="1" latinLnBrk="0" hangingPunct="1">
                <a:lnSpc>
                  <a:spcPct val="90000"/>
                </a:lnSpc>
                <a:spcBef>
                  <a:spcPts val="749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143038" indent="-342870" algn="l" defTabSz="1371477" rtl="0" eaLnBrk="1" latinLnBrk="0" hangingPunct="1">
                <a:lnSpc>
                  <a:spcPct val="90000"/>
                </a:lnSpc>
                <a:spcBef>
                  <a:spcPts val="749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828775" indent="-342870" algn="l" defTabSz="1371477" rtl="0" eaLnBrk="1" latinLnBrk="0" hangingPunct="1">
                <a:lnSpc>
                  <a:spcPct val="90000"/>
                </a:lnSpc>
                <a:spcBef>
                  <a:spcPts val="749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800" i="1" dirty="0" err="1">
                  <a:solidFill>
                    <a:schemeClr val="bg1">
                      <a:lumMod val="50000"/>
                    </a:schemeClr>
                  </a:solidFill>
                </a:rPr>
                <a:t>Funkcije</a:t>
              </a:r>
              <a:r>
                <a:rPr lang="en-US" sz="1800" i="1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en-US" sz="1800" i="1" dirty="0" err="1">
                  <a:solidFill>
                    <a:schemeClr val="bg1">
                      <a:lumMod val="50000"/>
                    </a:schemeClr>
                  </a:solidFill>
                </a:rPr>
                <a:t>object_bounding_box</a:t>
              </a:r>
              <a:r>
                <a:rPr lang="en-US" sz="1800" i="1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en-US" sz="1800" i="1" dirty="0" err="1">
                  <a:solidFill>
                    <a:schemeClr val="bg1">
                      <a:lumMod val="50000"/>
                    </a:schemeClr>
                  </a:solidFill>
                </a:rPr>
                <a:t>i</a:t>
              </a:r>
              <a:r>
                <a:rPr lang="en-US" sz="1800" i="1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en-US" sz="1800" i="1" dirty="0" err="1">
                  <a:solidFill>
                    <a:schemeClr val="bg1">
                      <a:lumMod val="50000"/>
                    </a:schemeClr>
                  </a:solidFill>
                </a:rPr>
                <a:t>counter_text</a:t>
              </a:r>
              <a:r>
                <a:rPr lang="en-US" sz="1800" i="1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en-US" sz="1800" i="1" dirty="0" err="1">
                  <a:solidFill>
                    <a:schemeClr val="bg1">
                      <a:lumMod val="50000"/>
                    </a:schemeClr>
                  </a:solidFill>
                </a:rPr>
                <a:t>prikazuju</a:t>
              </a:r>
              <a:r>
                <a:rPr lang="en-US" sz="1800" i="1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en-US" sz="1800" i="1" dirty="0" err="1">
                  <a:solidFill>
                    <a:schemeClr val="bg1">
                      <a:lumMod val="50000"/>
                    </a:schemeClr>
                  </a:solidFill>
                </a:rPr>
                <a:t>okvire</a:t>
              </a:r>
              <a:r>
                <a:rPr lang="en-US" sz="1800" i="1" dirty="0">
                  <a:solidFill>
                    <a:schemeClr val="bg1">
                      <a:lumMod val="50000"/>
                    </a:schemeClr>
                  </a:solidFill>
                </a:rPr>
                <a:t>, ID </a:t>
              </a:r>
              <a:r>
                <a:rPr lang="en-US" sz="1800" i="1" dirty="0" err="1">
                  <a:solidFill>
                    <a:schemeClr val="bg1">
                      <a:lumMod val="50000"/>
                    </a:schemeClr>
                  </a:solidFill>
                </a:rPr>
                <a:t>oznake</a:t>
              </a:r>
              <a:r>
                <a:rPr lang="en-US" sz="1800" i="1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en-US" sz="1800" i="1" dirty="0" err="1">
                  <a:solidFill>
                    <a:schemeClr val="bg1">
                      <a:lumMod val="50000"/>
                    </a:schemeClr>
                  </a:solidFill>
                </a:rPr>
                <a:t>i</a:t>
              </a:r>
              <a:r>
                <a:rPr lang="en-US" sz="1800" i="1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en-US" sz="1800" i="1" dirty="0" err="1">
                  <a:solidFill>
                    <a:schemeClr val="bg1">
                      <a:lumMod val="50000"/>
                    </a:schemeClr>
                  </a:solidFill>
                </a:rPr>
                <a:t>brojače</a:t>
              </a:r>
              <a:r>
                <a:rPr lang="en-US" sz="1800" i="1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en-US" sz="1800" i="1" dirty="0" err="1">
                  <a:solidFill>
                    <a:schemeClr val="bg1">
                      <a:lumMod val="50000"/>
                    </a:schemeClr>
                  </a:solidFill>
                </a:rPr>
                <a:t>na</a:t>
              </a:r>
              <a:r>
                <a:rPr lang="en-US" sz="1800" i="1" dirty="0">
                  <a:solidFill>
                    <a:schemeClr val="bg1">
                      <a:lumMod val="50000"/>
                    </a:schemeClr>
                  </a:solidFill>
                </a:rPr>
                <a:t> video frame-u.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A410DDE-3D76-EE1C-52C6-C1E4A448A9D3}"/>
              </a:ext>
            </a:extLst>
          </p:cNvPr>
          <p:cNvGrpSpPr/>
          <p:nvPr/>
        </p:nvGrpSpPr>
        <p:grpSpPr>
          <a:xfrm>
            <a:off x="9749478" y="5980065"/>
            <a:ext cx="7073374" cy="1623049"/>
            <a:chOff x="9449222" y="5286910"/>
            <a:chExt cx="6829985" cy="1737162"/>
          </a:xfrm>
        </p:grpSpPr>
        <p:sp>
          <p:nvSpPr>
            <p:cNvPr id="21" name="Текст 14">
              <a:extLst>
                <a:ext uri="{FF2B5EF4-FFF2-40B4-BE49-F238E27FC236}">
                  <a16:creationId xmlns:a16="http://schemas.microsoft.com/office/drawing/2014/main" id="{F6B3CCBF-8641-70B3-66A1-7053601D8AE2}"/>
                </a:ext>
              </a:extLst>
            </p:cNvPr>
            <p:cNvSpPr txBox="1">
              <a:spLocks/>
            </p:cNvSpPr>
            <p:nvPr/>
          </p:nvSpPr>
          <p:spPr>
            <a:xfrm>
              <a:off x="9449222" y="5286910"/>
              <a:ext cx="3643952" cy="672402"/>
            </a:xfrm>
            <a:prstGeom prst="rect">
              <a:avLst/>
            </a:prstGeom>
          </p:spPr>
          <p:txBody>
            <a:bodyPr/>
            <a:lstStyle>
              <a:lvl1pPr marL="0" indent="0" algn="l" defTabSz="1371477" rtl="0" eaLnBrk="1" latinLnBrk="0" hangingPunct="1">
                <a:lnSpc>
                  <a:spcPct val="150000"/>
                </a:lnSpc>
                <a:spcBef>
                  <a:spcPts val="1500"/>
                </a:spcBef>
                <a:buFont typeface="Arial" panose="020B0604020202020204" pitchFamily="34" charset="0"/>
                <a:buNone/>
                <a:defRPr sz="4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1371477" rtl="0" eaLnBrk="1" latinLnBrk="0" hangingPunct="1">
                <a:lnSpc>
                  <a:spcPct val="150000"/>
                </a:lnSpc>
                <a:spcBef>
                  <a:spcPts val="749"/>
                </a:spcBef>
                <a:buFont typeface="Arial" panose="020B0604020202020204" pitchFamily="34" charset="0"/>
                <a:buNone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1371477" rtl="0" eaLnBrk="1" latinLnBrk="0" hangingPunct="1">
                <a:lnSpc>
                  <a:spcPct val="150000"/>
                </a:lnSpc>
                <a:spcBef>
                  <a:spcPts val="749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1371477" rtl="0" eaLnBrk="1" latinLnBrk="0" hangingPunct="1">
                <a:lnSpc>
                  <a:spcPct val="150000"/>
                </a:lnSpc>
                <a:spcBef>
                  <a:spcPts val="749"/>
                </a:spcBef>
                <a:buFont typeface="Arial" panose="020B0604020202020204" pitchFamily="34" charset="0"/>
                <a:buNone/>
                <a:defRPr sz="1500" kern="1200">
                  <a:solidFill>
                    <a:schemeClr val="tx1">
                      <a:alpha val="70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1371477" rtl="0" eaLnBrk="1" latinLnBrk="0" hangingPunct="1">
                <a:lnSpc>
                  <a:spcPct val="150000"/>
                </a:lnSpc>
                <a:spcBef>
                  <a:spcPts val="749"/>
                </a:spcBef>
                <a:buFont typeface="Arial" panose="020B0604020202020204" pitchFamily="34" charset="0"/>
                <a:buNone/>
                <a:defRPr sz="1500" kern="1200" baseline="0">
                  <a:solidFill>
                    <a:schemeClr val="tx1">
                      <a:alpha val="50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3771561" indent="-342870" algn="l" defTabSz="1371477" rtl="0" eaLnBrk="1" latinLnBrk="0" hangingPunct="1">
                <a:lnSpc>
                  <a:spcPct val="90000"/>
                </a:lnSpc>
                <a:spcBef>
                  <a:spcPts val="749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457301" indent="-342870" algn="l" defTabSz="1371477" rtl="0" eaLnBrk="1" latinLnBrk="0" hangingPunct="1">
                <a:lnSpc>
                  <a:spcPct val="90000"/>
                </a:lnSpc>
                <a:spcBef>
                  <a:spcPts val="749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143038" indent="-342870" algn="l" defTabSz="1371477" rtl="0" eaLnBrk="1" latinLnBrk="0" hangingPunct="1">
                <a:lnSpc>
                  <a:spcPct val="90000"/>
                </a:lnSpc>
                <a:spcBef>
                  <a:spcPts val="749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828775" indent="-342870" algn="l" defTabSz="1371477" rtl="0" eaLnBrk="1" latinLnBrk="0" hangingPunct="1">
                <a:lnSpc>
                  <a:spcPct val="90000"/>
                </a:lnSpc>
                <a:spcBef>
                  <a:spcPts val="749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3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match_object</a:t>
              </a:r>
              <a:r>
                <a:rPr lang="hr-HR" sz="3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()</a:t>
              </a:r>
              <a:endPara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2" name="Text Placeholder 28">
              <a:extLst>
                <a:ext uri="{FF2B5EF4-FFF2-40B4-BE49-F238E27FC236}">
                  <a16:creationId xmlns:a16="http://schemas.microsoft.com/office/drawing/2014/main" id="{5C0FF5B4-DBBF-5991-CD7F-4B7A344F699F}"/>
                </a:ext>
              </a:extLst>
            </p:cNvPr>
            <p:cNvSpPr txBox="1">
              <a:spLocks/>
            </p:cNvSpPr>
            <p:nvPr/>
          </p:nvSpPr>
          <p:spPr>
            <a:xfrm>
              <a:off x="9449222" y="6022632"/>
              <a:ext cx="6829985" cy="1001440"/>
            </a:xfrm>
            <a:prstGeom prst="rect">
              <a:avLst/>
            </a:prstGeom>
          </p:spPr>
          <p:txBody>
            <a:bodyPr/>
            <a:lstStyle>
              <a:lvl1pPr marL="0" indent="0" algn="l" defTabSz="1371477" rtl="0" eaLnBrk="1" latinLnBrk="0" hangingPunct="1">
                <a:lnSpc>
                  <a:spcPct val="150000"/>
                </a:lnSpc>
                <a:spcBef>
                  <a:spcPts val="1500"/>
                </a:spcBef>
                <a:buFont typeface="Arial" panose="020B0604020202020204" pitchFamily="34" charset="0"/>
                <a:buNone/>
                <a:defRPr sz="4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1371477" rtl="0" eaLnBrk="1" latinLnBrk="0" hangingPunct="1">
                <a:lnSpc>
                  <a:spcPct val="150000"/>
                </a:lnSpc>
                <a:spcBef>
                  <a:spcPts val="749"/>
                </a:spcBef>
                <a:buFont typeface="Arial" panose="020B0604020202020204" pitchFamily="34" charset="0"/>
                <a:buNone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1371477" rtl="0" eaLnBrk="1" latinLnBrk="0" hangingPunct="1">
                <a:lnSpc>
                  <a:spcPct val="150000"/>
                </a:lnSpc>
                <a:spcBef>
                  <a:spcPts val="749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1371477" rtl="0" eaLnBrk="1" latinLnBrk="0" hangingPunct="1">
                <a:lnSpc>
                  <a:spcPct val="150000"/>
                </a:lnSpc>
                <a:spcBef>
                  <a:spcPts val="749"/>
                </a:spcBef>
                <a:buFont typeface="Arial" panose="020B0604020202020204" pitchFamily="34" charset="0"/>
                <a:buNone/>
                <a:defRPr sz="1500" kern="1200">
                  <a:solidFill>
                    <a:schemeClr val="tx1">
                      <a:alpha val="70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1371477" rtl="0" eaLnBrk="1" latinLnBrk="0" hangingPunct="1">
                <a:lnSpc>
                  <a:spcPct val="150000"/>
                </a:lnSpc>
                <a:spcBef>
                  <a:spcPts val="749"/>
                </a:spcBef>
                <a:buFont typeface="Arial" panose="020B0604020202020204" pitchFamily="34" charset="0"/>
                <a:buNone/>
                <a:defRPr sz="1500" kern="1200" baseline="0">
                  <a:solidFill>
                    <a:schemeClr val="tx1">
                      <a:alpha val="50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3771561" indent="-342870" algn="l" defTabSz="1371477" rtl="0" eaLnBrk="1" latinLnBrk="0" hangingPunct="1">
                <a:lnSpc>
                  <a:spcPct val="90000"/>
                </a:lnSpc>
                <a:spcBef>
                  <a:spcPts val="749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457301" indent="-342870" algn="l" defTabSz="1371477" rtl="0" eaLnBrk="1" latinLnBrk="0" hangingPunct="1">
                <a:lnSpc>
                  <a:spcPct val="90000"/>
                </a:lnSpc>
                <a:spcBef>
                  <a:spcPts val="749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143038" indent="-342870" algn="l" defTabSz="1371477" rtl="0" eaLnBrk="1" latinLnBrk="0" hangingPunct="1">
                <a:lnSpc>
                  <a:spcPct val="90000"/>
                </a:lnSpc>
                <a:spcBef>
                  <a:spcPts val="749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828775" indent="-342870" algn="l" defTabSz="1371477" rtl="0" eaLnBrk="1" latinLnBrk="0" hangingPunct="1">
                <a:lnSpc>
                  <a:spcPct val="90000"/>
                </a:lnSpc>
                <a:spcBef>
                  <a:spcPts val="749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800" i="1" dirty="0" err="1">
                  <a:solidFill>
                    <a:schemeClr val="bg1">
                      <a:lumMod val="50000"/>
                    </a:schemeClr>
                  </a:solidFill>
                </a:rPr>
                <a:t>Funkcija</a:t>
              </a:r>
              <a:r>
                <a:rPr lang="en-US" sz="1800" i="1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en-US" sz="1800" i="1" dirty="0" err="1">
                  <a:solidFill>
                    <a:schemeClr val="bg1">
                      <a:lumMod val="50000"/>
                    </a:schemeClr>
                  </a:solidFill>
                </a:rPr>
                <a:t>match_object</a:t>
              </a:r>
              <a:r>
                <a:rPr lang="en-US" sz="1800" i="1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en-US" sz="1800" i="1" dirty="0" err="1">
                  <a:solidFill>
                    <a:schemeClr val="bg1">
                      <a:lumMod val="50000"/>
                    </a:schemeClr>
                  </a:solidFill>
                </a:rPr>
                <a:t>dodjeljuje</a:t>
              </a:r>
              <a:r>
                <a:rPr lang="en-US" sz="1800" i="1" dirty="0">
                  <a:solidFill>
                    <a:schemeClr val="bg1">
                      <a:lumMod val="50000"/>
                    </a:schemeClr>
                  </a:solidFill>
                </a:rPr>
                <a:t> ID-e </a:t>
              </a:r>
              <a:r>
                <a:rPr lang="en-US" sz="1800" i="1" dirty="0" err="1">
                  <a:solidFill>
                    <a:schemeClr val="bg1">
                      <a:lumMod val="50000"/>
                    </a:schemeClr>
                  </a:solidFill>
                </a:rPr>
                <a:t>na</a:t>
              </a:r>
              <a:r>
                <a:rPr lang="en-US" sz="1800" i="1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en-US" sz="1800" i="1" dirty="0" err="1">
                  <a:solidFill>
                    <a:schemeClr val="bg1">
                      <a:lumMod val="50000"/>
                    </a:schemeClr>
                  </a:solidFill>
                </a:rPr>
                <a:t>temelju</a:t>
              </a:r>
              <a:r>
                <a:rPr lang="en-US" sz="1800" i="1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en-US" sz="1800" i="1" dirty="0" err="1">
                  <a:solidFill>
                    <a:schemeClr val="bg1">
                      <a:lumMod val="50000"/>
                    </a:schemeClr>
                  </a:solidFill>
                </a:rPr>
                <a:t>udaljenosti</a:t>
              </a:r>
              <a:r>
                <a:rPr lang="en-US" sz="1800" i="1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en-US" sz="1800" i="1" dirty="0" err="1">
                  <a:solidFill>
                    <a:schemeClr val="bg1">
                      <a:lumMod val="50000"/>
                    </a:schemeClr>
                  </a:solidFill>
                </a:rPr>
                <a:t>između</a:t>
              </a:r>
              <a:r>
                <a:rPr lang="en-US" sz="1800" i="1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en-US" sz="1800" i="1" dirty="0" err="1">
                  <a:solidFill>
                    <a:schemeClr val="bg1">
                      <a:lumMod val="50000"/>
                    </a:schemeClr>
                  </a:solidFill>
                </a:rPr>
                <a:t>trenutnih</a:t>
              </a:r>
              <a:r>
                <a:rPr lang="en-US" sz="1800" i="1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en-US" sz="1800" i="1" dirty="0" err="1">
                  <a:solidFill>
                    <a:schemeClr val="bg1">
                      <a:lumMod val="50000"/>
                    </a:schemeClr>
                  </a:solidFill>
                </a:rPr>
                <a:t>i</a:t>
              </a:r>
              <a:r>
                <a:rPr lang="en-US" sz="1800" i="1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en-US" sz="1800" i="1" dirty="0" err="1">
                  <a:solidFill>
                    <a:schemeClr val="bg1">
                      <a:lumMod val="50000"/>
                    </a:schemeClr>
                  </a:solidFill>
                </a:rPr>
                <a:t>prethodnih</a:t>
              </a:r>
              <a:r>
                <a:rPr lang="en-US" sz="1800" i="1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en-US" sz="1800" i="1" dirty="0" err="1">
                  <a:solidFill>
                    <a:schemeClr val="bg1">
                      <a:lumMod val="50000"/>
                    </a:schemeClr>
                  </a:solidFill>
                </a:rPr>
                <a:t>centroida</a:t>
              </a:r>
              <a:r>
                <a:rPr lang="en-US" sz="1800" i="1" dirty="0">
                  <a:solidFill>
                    <a:schemeClr val="bg1">
                      <a:lumMod val="50000"/>
                    </a:schemeClr>
                  </a:solidFill>
                </a:rPr>
                <a:t>, </a:t>
              </a:r>
              <a:r>
                <a:rPr lang="en-US" sz="1800" i="1" dirty="0" err="1">
                  <a:solidFill>
                    <a:schemeClr val="bg1">
                      <a:lumMod val="50000"/>
                    </a:schemeClr>
                  </a:solidFill>
                </a:rPr>
                <a:t>štedeći</a:t>
              </a:r>
              <a:r>
                <a:rPr lang="en-US" sz="1800" i="1" dirty="0">
                  <a:solidFill>
                    <a:schemeClr val="bg1">
                      <a:lumMod val="50000"/>
                    </a:schemeClr>
                  </a:solidFill>
                </a:rPr>
                <a:t> ID-</a:t>
              </a:r>
              <a:r>
                <a:rPr lang="en-US" sz="1800" i="1" dirty="0" err="1">
                  <a:solidFill>
                    <a:schemeClr val="bg1">
                      <a:lumMod val="50000"/>
                    </a:schemeClr>
                  </a:solidFill>
                </a:rPr>
                <a:t>ove</a:t>
              </a:r>
              <a:r>
                <a:rPr lang="en-US" sz="1800" i="1" dirty="0">
                  <a:solidFill>
                    <a:schemeClr val="bg1">
                      <a:lumMod val="50000"/>
                    </a:schemeClr>
                  </a:solidFill>
                </a:rPr>
                <a:t>.</a:t>
              </a:r>
            </a:p>
          </p:txBody>
        </p:sp>
      </p:grpSp>
      <p:sp>
        <p:nvSpPr>
          <p:cNvPr id="23" name="Title 100">
            <a:extLst>
              <a:ext uri="{FF2B5EF4-FFF2-40B4-BE49-F238E27FC236}">
                <a16:creationId xmlns:a16="http://schemas.microsoft.com/office/drawing/2014/main" id="{54DE315C-3BF5-220D-56CD-BB6F51CC7FD9}"/>
              </a:ext>
            </a:extLst>
          </p:cNvPr>
          <p:cNvSpPr txBox="1">
            <a:spLocks/>
          </p:cNvSpPr>
          <p:nvPr/>
        </p:nvSpPr>
        <p:spPr>
          <a:xfrm>
            <a:off x="9749477" y="672106"/>
            <a:ext cx="7187400" cy="1118947"/>
          </a:xfrm>
          <a:prstGeom prst="rect">
            <a:avLst/>
          </a:prstGeom>
        </p:spPr>
        <p:txBody>
          <a:bodyPr/>
          <a:lstStyle>
            <a:lvl1pPr algn="l" defTabSz="13714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600" kern="1200" spc="-227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6000" dirty="0" err="1"/>
              <a:t>Opis</a:t>
            </a:r>
            <a:r>
              <a:rPr lang="en-US" sz="6000" dirty="0"/>
              <a:t> </a:t>
            </a:r>
            <a:r>
              <a:rPr lang="en-US" sz="6000" dirty="0" err="1"/>
              <a:t>funkcija</a:t>
            </a:r>
            <a:r>
              <a:rPr lang="en-US" sz="6000" dirty="0"/>
              <a:t> u </a:t>
            </a:r>
            <a:r>
              <a:rPr lang="en-US" dirty="0"/>
              <a:t>func</a:t>
            </a:r>
            <a:r>
              <a:rPr lang="en-US" sz="6000" dirty="0"/>
              <a:t>.py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3A7FCF6-65C2-E985-F15A-BFF94F0481C0}"/>
              </a:ext>
            </a:extLst>
          </p:cNvPr>
          <p:cNvGrpSpPr/>
          <p:nvPr/>
        </p:nvGrpSpPr>
        <p:grpSpPr>
          <a:xfrm>
            <a:off x="9749477" y="4180060"/>
            <a:ext cx="7073375" cy="1493188"/>
            <a:chOff x="9449221" y="3687475"/>
            <a:chExt cx="7073375" cy="1598171"/>
          </a:xfrm>
        </p:grpSpPr>
        <p:sp>
          <p:nvSpPr>
            <p:cNvPr id="15" name="Текст 10">
              <a:extLst>
                <a:ext uri="{FF2B5EF4-FFF2-40B4-BE49-F238E27FC236}">
                  <a16:creationId xmlns:a16="http://schemas.microsoft.com/office/drawing/2014/main" id="{D01FAE96-0827-C837-4B9D-36B3481F2481}"/>
                </a:ext>
              </a:extLst>
            </p:cNvPr>
            <p:cNvSpPr txBox="1">
              <a:spLocks/>
            </p:cNvSpPr>
            <p:nvPr/>
          </p:nvSpPr>
          <p:spPr>
            <a:xfrm>
              <a:off x="9449221" y="4411716"/>
              <a:ext cx="7073375" cy="873930"/>
            </a:xfrm>
            <a:prstGeom prst="rect">
              <a:avLst/>
            </a:prstGeom>
          </p:spPr>
          <p:txBody>
            <a:bodyPr/>
            <a:lstStyle>
              <a:lvl1pPr marL="0" indent="0" algn="l" defTabSz="1371477" rtl="0" eaLnBrk="1" latinLnBrk="0" hangingPunct="1">
                <a:lnSpc>
                  <a:spcPct val="150000"/>
                </a:lnSpc>
                <a:spcBef>
                  <a:spcPts val="1500"/>
                </a:spcBef>
                <a:buFont typeface="Arial" panose="020B0604020202020204" pitchFamily="34" charset="0"/>
                <a:buNone/>
                <a:defRPr sz="4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1371477" rtl="0" eaLnBrk="1" latinLnBrk="0" hangingPunct="1">
                <a:lnSpc>
                  <a:spcPct val="150000"/>
                </a:lnSpc>
                <a:spcBef>
                  <a:spcPts val="749"/>
                </a:spcBef>
                <a:buFont typeface="Arial" panose="020B0604020202020204" pitchFamily="34" charset="0"/>
                <a:buNone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1371477" rtl="0" eaLnBrk="1" latinLnBrk="0" hangingPunct="1">
                <a:lnSpc>
                  <a:spcPct val="150000"/>
                </a:lnSpc>
                <a:spcBef>
                  <a:spcPts val="749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1371477" rtl="0" eaLnBrk="1" latinLnBrk="0" hangingPunct="1">
                <a:lnSpc>
                  <a:spcPct val="150000"/>
                </a:lnSpc>
                <a:spcBef>
                  <a:spcPts val="749"/>
                </a:spcBef>
                <a:buFont typeface="Arial" panose="020B0604020202020204" pitchFamily="34" charset="0"/>
                <a:buNone/>
                <a:defRPr sz="1500" kern="1200">
                  <a:solidFill>
                    <a:schemeClr val="tx1">
                      <a:alpha val="70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1371477" rtl="0" eaLnBrk="1" latinLnBrk="0" hangingPunct="1">
                <a:lnSpc>
                  <a:spcPct val="150000"/>
                </a:lnSpc>
                <a:spcBef>
                  <a:spcPts val="749"/>
                </a:spcBef>
                <a:buFont typeface="Arial" panose="020B0604020202020204" pitchFamily="34" charset="0"/>
                <a:buNone/>
                <a:defRPr sz="1500" kern="1200" baseline="0">
                  <a:solidFill>
                    <a:schemeClr val="tx1">
                      <a:alpha val="50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3771561" indent="-342870" algn="l" defTabSz="1371477" rtl="0" eaLnBrk="1" latinLnBrk="0" hangingPunct="1">
                <a:lnSpc>
                  <a:spcPct val="90000"/>
                </a:lnSpc>
                <a:spcBef>
                  <a:spcPts val="749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457301" indent="-342870" algn="l" defTabSz="1371477" rtl="0" eaLnBrk="1" latinLnBrk="0" hangingPunct="1">
                <a:lnSpc>
                  <a:spcPct val="90000"/>
                </a:lnSpc>
                <a:spcBef>
                  <a:spcPts val="749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143038" indent="-342870" algn="l" defTabSz="1371477" rtl="0" eaLnBrk="1" latinLnBrk="0" hangingPunct="1">
                <a:lnSpc>
                  <a:spcPct val="90000"/>
                </a:lnSpc>
                <a:spcBef>
                  <a:spcPts val="749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828775" indent="-342870" algn="l" defTabSz="1371477" rtl="0" eaLnBrk="1" latinLnBrk="0" hangingPunct="1">
                <a:lnSpc>
                  <a:spcPct val="90000"/>
                </a:lnSpc>
                <a:spcBef>
                  <a:spcPts val="749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800" i="1" dirty="0" err="1">
                  <a:solidFill>
                    <a:schemeClr val="bg1">
                      <a:lumMod val="50000"/>
                    </a:schemeClr>
                  </a:solidFill>
                </a:rPr>
                <a:t>Funkcija</a:t>
              </a:r>
              <a:r>
                <a:rPr lang="en-US" sz="1800" i="1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en-US" sz="1800" i="1" dirty="0" err="1">
                  <a:solidFill>
                    <a:schemeClr val="bg1">
                      <a:lumMod val="50000"/>
                    </a:schemeClr>
                  </a:solidFill>
                </a:rPr>
                <a:t>get_centroid</a:t>
              </a:r>
              <a:r>
                <a:rPr lang="en-US" sz="1800" i="1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en-US" sz="1800" i="1" dirty="0" err="1">
                  <a:solidFill>
                    <a:schemeClr val="bg1">
                      <a:lumMod val="50000"/>
                    </a:schemeClr>
                  </a:solidFill>
                </a:rPr>
                <a:t>izračunava</a:t>
              </a:r>
              <a:r>
                <a:rPr lang="en-US" sz="1800" i="1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en-US" sz="1800" i="1" dirty="0" err="1">
                  <a:solidFill>
                    <a:schemeClr val="bg1">
                      <a:lumMod val="50000"/>
                    </a:schemeClr>
                  </a:solidFill>
                </a:rPr>
                <a:t>središte</a:t>
              </a:r>
              <a:r>
                <a:rPr lang="en-US" sz="1800" i="1" dirty="0">
                  <a:solidFill>
                    <a:schemeClr val="bg1">
                      <a:lumMod val="50000"/>
                    </a:schemeClr>
                  </a:solidFill>
                </a:rPr>
                <a:t> bounding box-a za </a:t>
              </a:r>
              <a:r>
                <a:rPr lang="en-US" sz="1800" i="1" dirty="0" err="1">
                  <a:solidFill>
                    <a:schemeClr val="bg1">
                      <a:lumMod val="50000"/>
                    </a:schemeClr>
                  </a:solidFill>
                </a:rPr>
                <a:t>precizno</a:t>
              </a:r>
              <a:r>
                <a:rPr lang="en-US" sz="1800" i="1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en-US" sz="1800" i="1" dirty="0" err="1">
                  <a:solidFill>
                    <a:schemeClr val="bg1">
                      <a:lumMod val="50000"/>
                    </a:schemeClr>
                  </a:solidFill>
                </a:rPr>
                <a:t>praćenje</a:t>
              </a:r>
              <a:r>
                <a:rPr lang="en-US" sz="1800" i="1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en-US" sz="1800" i="1" dirty="0" err="1">
                  <a:solidFill>
                    <a:schemeClr val="bg1">
                      <a:lumMod val="50000"/>
                    </a:schemeClr>
                  </a:solidFill>
                </a:rPr>
                <a:t>objekata</a:t>
              </a:r>
              <a:r>
                <a:rPr lang="en-US" sz="1800" i="1" dirty="0">
                  <a:solidFill>
                    <a:schemeClr val="bg1">
                      <a:lumMod val="50000"/>
                    </a:schemeClr>
                  </a:solidFill>
                </a:rPr>
                <a:t>.</a:t>
              </a:r>
            </a:p>
          </p:txBody>
        </p:sp>
        <p:sp>
          <p:nvSpPr>
            <p:cNvPr id="24" name="Текст 14">
              <a:extLst>
                <a:ext uri="{FF2B5EF4-FFF2-40B4-BE49-F238E27FC236}">
                  <a16:creationId xmlns:a16="http://schemas.microsoft.com/office/drawing/2014/main" id="{4D01A8A1-5DA5-FC05-CEF2-DD362BC95714}"/>
                </a:ext>
              </a:extLst>
            </p:cNvPr>
            <p:cNvSpPr txBox="1">
              <a:spLocks/>
            </p:cNvSpPr>
            <p:nvPr/>
          </p:nvSpPr>
          <p:spPr>
            <a:xfrm>
              <a:off x="9449222" y="3687475"/>
              <a:ext cx="2864620" cy="672402"/>
            </a:xfrm>
            <a:prstGeom prst="rect">
              <a:avLst/>
            </a:prstGeom>
          </p:spPr>
          <p:txBody>
            <a:bodyPr/>
            <a:lstStyle>
              <a:lvl1pPr marL="0" indent="0" algn="l" defTabSz="1371477" rtl="0" eaLnBrk="1" latinLnBrk="0" hangingPunct="1">
                <a:lnSpc>
                  <a:spcPct val="150000"/>
                </a:lnSpc>
                <a:spcBef>
                  <a:spcPts val="1500"/>
                </a:spcBef>
                <a:buFont typeface="Arial" panose="020B0604020202020204" pitchFamily="34" charset="0"/>
                <a:buNone/>
                <a:defRPr sz="4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1371477" rtl="0" eaLnBrk="1" latinLnBrk="0" hangingPunct="1">
                <a:lnSpc>
                  <a:spcPct val="150000"/>
                </a:lnSpc>
                <a:spcBef>
                  <a:spcPts val="749"/>
                </a:spcBef>
                <a:buFont typeface="Arial" panose="020B0604020202020204" pitchFamily="34" charset="0"/>
                <a:buNone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1371477" rtl="0" eaLnBrk="1" latinLnBrk="0" hangingPunct="1">
                <a:lnSpc>
                  <a:spcPct val="150000"/>
                </a:lnSpc>
                <a:spcBef>
                  <a:spcPts val="749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1371477" rtl="0" eaLnBrk="1" latinLnBrk="0" hangingPunct="1">
                <a:lnSpc>
                  <a:spcPct val="150000"/>
                </a:lnSpc>
                <a:spcBef>
                  <a:spcPts val="749"/>
                </a:spcBef>
                <a:buFont typeface="Arial" panose="020B0604020202020204" pitchFamily="34" charset="0"/>
                <a:buNone/>
                <a:defRPr sz="1500" kern="1200">
                  <a:solidFill>
                    <a:schemeClr val="tx1">
                      <a:alpha val="70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1371477" rtl="0" eaLnBrk="1" latinLnBrk="0" hangingPunct="1">
                <a:lnSpc>
                  <a:spcPct val="150000"/>
                </a:lnSpc>
                <a:spcBef>
                  <a:spcPts val="749"/>
                </a:spcBef>
                <a:buFont typeface="Arial" panose="020B0604020202020204" pitchFamily="34" charset="0"/>
                <a:buNone/>
                <a:defRPr sz="1500" kern="1200" baseline="0">
                  <a:solidFill>
                    <a:schemeClr val="tx1">
                      <a:alpha val="50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3771561" indent="-342870" algn="l" defTabSz="1371477" rtl="0" eaLnBrk="1" latinLnBrk="0" hangingPunct="1">
                <a:lnSpc>
                  <a:spcPct val="90000"/>
                </a:lnSpc>
                <a:spcBef>
                  <a:spcPts val="749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457301" indent="-342870" algn="l" defTabSz="1371477" rtl="0" eaLnBrk="1" latinLnBrk="0" hangingPunct="1">
                <a:lnSpc>
                  <a:spcPct val="90000"/>
                </a:lnSpc>
                <a:spcBef>
                  <a:spcPts val="749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143038" indent="-342870" algn="l" defTabSz="1371477" rtl="0" eaLnBrk="1" latinLnBrk="0" hangingPunct="1">
                <a:lnSpc>
                  <a:spcPct val="90000"/>
                </a:lnSpc>
                <a:spcBef>
                  <a:spcPts val="749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828775" indent="-342870" algn="l" defTabSz="1371477" rtl="0" eaLnBrk="1" latinLnBrk="0" hangingPunct="1">
                <a:lnSpc>
                  <a:spcPct val="90000"/>
                </a:lnSpc>
                <a:spcBef>
                  <a:spcPts val="749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32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get_centroid</a:t>
              </a:r>
              <a:r>
                <a:rPr 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hr-HR" sz="3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()</a:t>
              </a:r>
              <a:endPara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28D6F8B0-59E9-2565-A986-04A3154E1A6F}"/>
              </a:ext>
            </a:extLst>
          </p:cNvPr>
          <p:cNvSpPr/>
          <p:nvPr/>
        </p:nvSpPr>
        <p:spPr>
          <a:xfrm>
            <a:off x="17250770" y="6667458"/>
            <a:ext cx="354842" cy="28040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317798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 isContent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/>
          <p:cNvSpPr>
            <a:spLocks noGrp="1"/>
          </p:cNvSpPr>
          <p:nvPr>
            <p:ph type="body" sz="quarter" idx="97"/>
          </p:nvPr>
        </p:nvSpPr>
        <p:spPr>
          <a:xfrm>
            <a:off x="11914497" y="2426302"/>
            <a:ext cx="4735772" cy="412432"/>
          </a:xfrm>
        </p:spPr>
        <p:txBody>
          <a:bodyPr/>
          <a:lstStyle/>
          <a:p>
            <a:r>
              <a:rPr lang="hr-HR" dirty="0"/>
              <a:t>Praćenje vertikalnog kretanja pješaka</a:t>
            </a:r>
            <a:endParaRPr lang="en-US" dirty="0"/>
          </a:p>
        </p:txBody>
      </p:sp>
      <p:sp>
        <p:nvSpPr>
          <p:cNvPr id="17" name="Номер слайда 1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1" name="Title 100">
            <a:extLst>
              <a:ext uri="{FF2B5EF4-FFF2-40B4-BE49-F238E27FC236}">
                <a16:creationId xmlns:a16="http://schemas.microsoft.com/office/drawing/2014/main" id="{1F29A4FB-CDCB-64F0-BD1A-A24024B8DB9B}"/>
              </a:ext>
            </a:extLst>
          </p:cNvPr>
          <p:cNvSpPr txBox="1">
            <a:spLocks/>
          </p:cNvSpPr>
          <p:nvPr/>
        </p:nvSpPr>
        <p:spPr>
          <a:xfrm>
            <a:off x="1" y="535046"/>
            <a:ext cx="18287999" cy="956717"/>
          </a:xfrm>
          <a:prstGeom prst="rect">
            <a:avLst/>
          </a:prstGeom>
        </p:spPr>
        <p:txBody>
          <a:bodyPr/>
          <a:lstStyle>
            <a:lvl1pPr algn="l" defTabSz="13714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600" kern="1200" spc="-227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r-HR" dirty="0">
                <a:solidFill>
                  <a:schemeClr val="bg1">
                    <a:lumMod val="50000"/>
                  </a:schemeClr>
                </a:solidFill>
              </a:rPr>
              <a:t>Prikaz rada algoritma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A54FE4A0-FFF1-775B-E129-62D55EE464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604" y="2116609"/>
            <a:ext cx="8780990" cy="739451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CE298AE-BF3F-E43C-0B95-758B3597DC00}"/>
              </a:ext>
            </a:extLst>
          </p:cNvPr>
          <p:cNvCxnSpPr/>
          <p:nvPr/>
        </p:nvCxnSpPr>
        <p:spPr>
          <a:xfrm flipV="1">
            <a:off x="9539785" y="2632518"/>
            <a:ext cx="1460311" cy="128438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B9C11C1-5515-70BF-4AF1-9C02C05AED33}"/>
              </a:ext>
            </a:extLst>
          </p:cNvPr>
          <p:cNvCxnSpPr/>
          <p:nvPr/>
        </p:nvCxnSpPr>
        <p:spPr>
          <a:xfrm>
            <a:off x="11000096" y="2632518"/>
            <a:ext cx="750627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Текст 8">
            <a:extLst>
              <a:ext uri="{FF2B5EF4-FFF2-40B4-BE49-F238E27FC236}">
                <a16:creationId xmlns:a16="http://schemas.microsoft.com/office/drawing/2014/main" id="{95F15C48-9471-1E40-1129-2335D26AAE1E}"/>
              </a:ext>
            </a:extLst>
          </p:cNvPr>
          <p:cNvSpPr txBox="1">
            <a:spLocks/>
          </p:cNvSpPr>
          <p:nvPr/>
        </p:nvSpPr>
        <p:spPr>
          <a:xfrm>
            <a:off x="10488305" y="3867787"/>
            <a:ext cx="5029200" cy="41243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1371477" rtl="0" eaLnBrk="1" latinLnBrk="0" hangingPunct="1">
              <a:lnSpc>
                <a:spcPct val="145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ctr" defTabSz="1371477" rtl="0" eaLnBrk="1" latinLnBrk="0" hangingPunct="1">
              <a:lnSpc>
                <a:spcPct val="150000"/>
              </a:lnSpc>
              <a:spcBef>
                <a:spcPts val="749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ctr" defTabSz="1371477" rtl="0" eaLnBrk="1" latinLnBrk="0" hangingPunct="1">
              <a:lnSpc>
                <a:spcPct val="150000"/>
              </a:lnSpc>
              <a:spcBef>
                <a:spcPts val="749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ctr" defTabSz="1371477" rtl="0" eaLnBrk="1" latinLnBrk="0" hangingPunct="1">
              <a:lnSpc>
                <a:spcPct val="150000"/>
              </a:lnSpc>
              <a:spcBef>
                <a:spcPts val="749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ctr" defTabSz="1371477" rtl="0" eaLnBrk="1" latinLnBrk="0" hangingPunct="1">
              <a:lnSpc>
                <a:spcPct val="150000"/>
              </a:lnSpc>
              <a:spcBef>
                <a:spcPts val="749"/>
              </a:spcBef>
              <a:buFont typeface="Arial" panose="020B0604020202020204" pitchFamily="34" charset="0"/>
              <a:buNone/>
              <a:defRPr sz="1500" kern="1200" baseline="0">
                <a:solidFill>
                  <a:schemeClr val="tx1">
                    <a:alpha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771561" indent="-342870" algn="l" defTabSz="1371477" rtl="0" eaLnBrk="1" latinLnBrk="0" hangingPunct="1">
              <a:lnSpc>
                <a:spcPct val="90000"/>
              </a:lnSpc>
              <a:spcBef>
                <a:spcPts val="749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301" indent="-342870" algn="l" defTabSz="1371477" rtl="0" eaLnBrk="1" latinLnBrk="0" hangingPunct="1">
              <a:lnSpc>
                <a:spcPct val="90000"/>
              </a:lnSpc>
              <a:spcBef>
                <a:spcPts val="749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038" indent="-342870" algn="l" defTabSz="1371477" rtl="0" eaLnBrk="1" latinLnBrk="0" hangingPunct="1">
              <a:lnSpc>
                <a:spcPct val="90000"/>
              </a:lnSpc>
              <a:spcBef>
                <a:spcPts val="749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8775" indent="-342870" algn="l" defTabSz="1371477" rtl="0" eaLnBrk="1" latinLnBrk="0" hangingPunct="1">
              <a:lnSpc>
                <a:spcPct val="90000"/>
              </a:lnSpc>
              <a:spcBef>
                <a:spcPts val="749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r-HR" dirty="0"/>
              <a:t>Praćenje horizontalong kretanja pješaka</a:t>
            </a:r>
            <a:endParaRPr lang="en-US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09A76B4-A02C-84B3-6580-5D209A6CA0E7}"/>
              </a:ext>
            </a:extLst>
          </p:cNvPr>
          <p:cNvSpPr/>
          <p:nvPr/>
        </p:nvSpPr>
        <p:spPr>
          <a:xfrm>
            <a:off x="17223475" y="6673755"/>
            <a:ext cx="436728" cy="2836356"/>
          </a:xfrm>
          <a:prstGeom prst="rect">
            <a:avLst/>
          </a:prstGeom>
          <a:solidFill>
            <a:schemeClr val="bg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015EC831-C48E-945F-BF32-1C0D077531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4276" y="5453926"/>
            <a:ext cx="5029200" cy="405618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53C9D4-BC73-AEFA-9F68-FB0115693285}"/>
              </a:ext>
            </a:extLst>
          </p:cNvPr>
          <p:cNvCxnSpPr/>
          <p:nvPr/>
        </p:nvCxnSpPr>
        <p:spPr>
          <a:xfrm>
            <a:off x="15517505" y="4088425"/>
            <a:ext cx="750627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B5839BEC-EBBE-63D4-8620-5F7F83E53983}"/>
              </a:ext>
            </a:extLst>
          </p:cNvPr>
          <p:cNvCxnSpPr>
            <a:cxnSpLocks/>
          </p:cNvCxnSpPr>
          <p:nvPr/>
        </p:nvCxnSpPr>
        <p:spPr>
          <a:xfrm flipH="1" flipV="1">
            <a:off x="16268132" y="4088425"/>
            <a:ext cx="491319" cy="211173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0410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 isContent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D9ABAE6B-C2D8-7865-69D3-8221EE28032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045" t="-7338" r="-1591" b="33489"/>
          <a:stretch>
            <a:fillRect/>
          </a:stretch>
        </p:blipFill>
        <p:spPr>
          <a:xfrm>
            <a:off x="8100000" y="0"/>
            <a:ext cx="10188000" cy="10288588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F14527-E28A-C8C2-453D-79F26D2CD6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9DC571-62FB-BFD3-7354-79EFF006EFFA}"/>
              </a:ext>
            </a:extLst>
          </p:cNvPr>
          <p:cNvSpPr txBox="1"/>
          <p:nvPr/>
        </p:nvSpPr>
        <p:spPr>
          <a:xfrm>
            <a:off x="1194146" y="4156188"/>
            <a:ext cx="4088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Ograničenja</a:t>
            </a:r>
            <a:r>
              <a:rPr lang="en-US" sz="2400" b="1" dirty="0"/>
              <a:t> </a:t>
            </a:r>
            <a:r>
              <a:rPr lang="en-US" sz="2400" b="1" dirty="0" err="1"/>
              <a:t>trenutnog</a:t>
            </a:r>
            <a:r>
              <a:rPr lang="en-US" sz="2400" b="1" dirty="0"/>
              <a:t> </a:t>
            </a:r>
            <a:r>
              <a:rPr lang="en-US" sz="2400" b="1" dirty="0" err="1"/>
              <a:t>sustava</a:t>
            </a:r>
            <a:r>
              <a:rPr lang="en-US" sz="2400" dirty="0"/>
              <a:t>​</a:t>
            </a:r>
            <a:endParaRPr lang="hr-HR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C51AFE-7E76-C831-9AF1-5C08D3BD811C}"/>
              </a:ext>
            </a:extLst>
          </p:cNvPr>
          <p:cNvSpPr txBox="1"/>
          <p:nvPr/>
        </p:nvSpPr>
        <p:spPr>
          <a:xfrm>
            <a:off x="1194146" y="4695934"/>
            <a:ext cx="80916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Detekcija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kontura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ne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razlikuje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osobe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od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drugih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objekata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što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uzrokuje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lažne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detekcije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i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probleme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pri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preklapanju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i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promjenama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osvjetljenja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.</a:t>
            </a:r>
            <a:endParaRPr lang="hr-H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04B3DF-A01D-75D7-D7F6-818D3F58585C}"/>
              </a:ext>
            </a:extLst>
          </p:cNvPr>
          <p:cNvSpPr txBox="1"/>
          <p:nvPr/>
        </p:nvSpPr>
        <p:spPr>
          <a:xfrm>
            <a:off x="1194146" y="6667311"/>
            <a:ext cx="41052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Preporučene</a:t>
            </a:r>
            <a:r>
              <a:rPr lang="en-US" sz="2400" b="1" dirty="0"/>
              <a:t> </a:t>
            </a:r>
            <a:r>
              <a:rPr lang="en-US" sz="2400" b="1" dirty="0" err="1"/>
              <a:t>metode</a:t>
            </a:r>
            <a:r>
              <a:rPr lang="en-US" sz="2400" b="1" dirty="0"/>
              <a:t> </a:t>
            </a:r>
            <a:r>
              <a:rPr lang="en-US" sz="2400" b="1" dirty="0" err="1"/>
              <a:t>detekcije</a:t>
            </a:r>
            <a:r>
              <a:rPr lang="en-US" sz="2400" dirty="0"/>
              <a:t>​</a:t>
            </a:r>
            <a:endParaRPr lang="hr-HR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D5773B-262D-04DD-803F-7090A7FF05AC}"/>
              </a:ext>
            </a:extLst>
          </p:cNvPr>
          <p:cNvSpPr txBox="1"/>
          <p:nvPr/>
        </p:nvSpPr>
        <p:spPr>
          <a:xfrm>
            <a:off x="1194146" y="7207057"/>
            <a:ext cx="80916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Zamjena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kontura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s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naprednim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metodama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poput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YOLO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može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značajno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poboljšati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točnost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prepoznavanja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ljudi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.</a:t>
            </a:r>
            <a:endParaRPr lang="hr-H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CE0B4F-0789-FF92-AEBC-00A3FF83C9CF}"/>
              </a:ext>
            </a:extLst>
          </p:cNvPr>
          <p:cNvSpPr/>
          <p:nvPr/>
        </p:nvSpPr>
        <p:spPr>
          <a:xfrm>
            <a:off x="17278066" y="6667311"/>
            <a:ext cx="272955" cy="2817883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ECD7168-7873-6398-D548-FB3023EBE926}"/>
              </a:ext>
            </a:extLst>
          </p:cNvPr>
          <p:cNvSpPr/>
          <p:nvPr/>
        </p:nvSpPr>
        <p:spPr>
          <a:xfrm>
            <a:off x="2197290" y="2606722"/>
            <a:ext cx="559558" cy="5595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40C0A76A-9FEF-07D9-5E40-386004EF022E}"/>
              </a:ext>
            </a:extLst>
          </p:cNvPr>
          <p:cNvSpPr txBox="1">
            <a:spLocks/>
          </p:cNvSpPr>
          <p:nvPr/>
        </p:nvSpPr>
        <p:spPr>
          <a:xfrm>
            <a:off x="1194145" y="2273369"/>
            <a:ext cx="8809663" cy="727239"/>
          </a:xfrm>
          <a:prstGeom prst="rect">
            <a:avLst/>
          </a:prstGeom>
        </p:spPr>
        <p:txBody>
          <a:bodyPr/>
          <a:lstStyle>
            <a:lvl1pPr marL="0" indent="0" algn="l" defTabSz="1371477" rtl="0" eaLnBrk="1" latinLnBrk="0" hangingPunct="1">
              <a:lnSpc>
                <a:spcPct val="150000"/>
              </a:lnSpc>
              <a:spcBef>
                <a:spcPts val="1500"/>
              </a:spcBef>
              <a:buFont typeface="Arial" panose="020B0604020202020204" pitchFamily="34" charset="0"/>
              <a:buNone/>
              <a:defRPr sz="4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1371477" rtl="0" eaLnBrk="1" latinLnBrk="0" hangingPunct="1">
              <a:lnSpc>
                <a:spcPct val="150000"/>
              </a:lnSpc>
              <a:spcBef>
                <a:spcPts val="749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1371477" rtl="0" eaLnBrk="1" latinLnBrk="0" hangingPunct="1">
              <a:lnSpc>
                <a:spcPct val="150000"/>
              </a:lnSpc>
              <a:spcBef>
                <a:spcPts val="749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371477" rtl="0" eaLnBrk="1" latinLnBrk="0" hangingPunct="1">
              <a:lnSpc>
                <a:spcPct val="150000"/>
              </a:lnSpc>
              <a:spcBef>
                <a:spcPts val="749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1371477" rtl="0" eaLnBrk="1" latinLnBrk="0" hangingPunct="1">
              <a:lnSpc>
                <a:spcPct val="150000"/>
              </a:lnSpc>
              <a:spcBef>
                <a:spcPts val="749"/>
              </a:spcBef>
              <a:buFont typeface="Arial" panose="020B0604020202020204" pitchFamily="34" charset="0"/>
              <a:buNone/>
              <a:defRPr sz="1500" kern="1200" baseline="0">
                <a:solidFill>
                  <a:schemeClr val="tx1">
                    <a:alpha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771561" indent="-342870" algn="l" defTabSz="1371477" rtl="0" eaLnBrk="1" latinLnBrk="0" hangingPunct="1">
              <a:lnSpc>
                <a:spcPct val="90000"/>
              </a:lnSpc>
              <a:spcBef>
                <a:spcPts val="749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301" indent="-342870" algn="l" defTabSz="1371477" rtl="0" eaLnBrk="1" latinLnBrk="0" hangingPunct="1">
              <a:lnSpc>
                <a:spcPct val="90000"/>
              </a:lnSpc>
              <a:spcBef>
                <a:spcPts val="749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038" indent="-342870" algn="l" defTabSz="1371477" rtl="0" eaLnBrk="1" latinLnBrk="0" hangingPunct="1">
              <a:lnSpc>
                <a:spcPct val="90000"/>
              </a:lnSpc>
              <a:spcBef>
                <a:spcPts val="749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8775" indent="-342870" algn="l" defTabSz="1371477" rtl="0" eaLnBrk="1" latinLnBrk="0" hangingPunct="1">
              <a:lnSpc>
                <a:spcPct val="90000"/>
              </a:lnSpc>
              <a:spcBef>
                <a:spcPts val="749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5400" b="0" dirty="0" err="1"/>
              <a:t>Izazovi</a:t>
            </a:r>
            <a:r>
              <a:rPr lang="en-US" sz="5400" b="0" dirty="0"/>
              <a:t> </a:t>
            </a:r>
            <a:r>
              <a:rPr lang="en-US" sz="5400" b="0" dirty="0" err="1"/>
              <a:t>i</a:t>
            </a:r>
            <a:r>
              <a:rPr lang="en-US" sz="5400" b="0" dirty="0"/>
              <a:t> </a:t>
            </a:r>
            <a:r>
              <a:rPr lang="en-US" sz="5400" b="0" dirty="0" err="1"/>
              <a:t>buduće</a:t>
            </a:r>
            <a:r>
              <a:rPr lang="en-US" sz="5400" b="0" dirty="0"/>
              <a:t> </a:t>
            </a:r>
            <a:r>
              <a:rPr lang="en-US" sz="5400" b="0" dirty="0" err="1"/>
              <a:t>nadogradnje</a:t>
            </a:r>
            <a:r>
              <a:rPr lang="en-US" sz="5400" b="0" dirty="0"/>
              <a:t>​</a:t>
            </a:r>
            <a:endParaRPr lang="en-US" sz="5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CA5752-DFD3-F819-55A3-6D7B844699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68287" y="8434316"/>
            <a:ext cx="696035" cy="4776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674973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 isContent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6D8D56-60D2-85F3-B313-AE7892B1F3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4520B0-D898-6F7F-71A4-2D7F45DD9DEB}"/>
              </a:ext>
            </a:extLst>
          </p:cNvPr>
          <p:cNvSpPr txBox="1"/>
          <p:nvPr/>
        </p:nvSpPr>
        <p:spPr>
          <a:xfrm>
            <a:off x="1869743" y="1770771"/>
            <a:ext cx="727425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8000" dirty="0">
                <a:solidFill>
                  <a:schemeClr val="bg1"/>
                </a:solidFill>
              </a:rPr>
              <a:t>Hvala na pažnji!</a:t>
            </a:r>
          </a:p>
        </p:txBody>
      </p:sp>
    </p:spTree>
    <p:extLst>
      <p:ext uri="{BB962C8B-B14F-4D97-AF65-F5344CB8AC3E}">
        <p14:creationId xmlns:p14="http://schemas.microsoft.com/office/powerpoint/2010/main" val="2851905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 isContent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LANETS_Original_Theme">
  <a:themeElements>
    <a:clrScheme name="ALTEZZA_Orange">
      <a:dk1>
        <a:sysClr val="windowText" lastClr="000000"/>
      </a:dk1>
      <a:lt1>
        <a:sysClr val="window" lastClr="FFFFFF"/>
      </a:lt1>
      <a:dk2>
        <a:srgbClr val="002060"/>
      </a:dk2>
      <a:lt2>
        <a:srgbClr val="FF814F"/>
      </a:lt2>
      <a:accent1>
        <a:srgbClr val="FF5915"/>
      </a:accent1>
      <a:accent2>
        <a:srgbClr val="FFDDD0"/>
      </a:accent2>
      <a:accent3>
        <a:srgbClr val="FFBCA1"/>
      </a:accent3>
      <a:accent4>
        <a:srgbClr val="FF9B72"/>
      </a:accent4>
      <a:accent5>
        <a:srgbClr val="CF3C00"/>
      </a:accent5>
      <a:accent6>
        <a:srgbClr val="CF3C00"/>
      </a:accent6>
      <a:hlink>
        <a:srgbClr val="FF5915"/>
      </a:hlink>
      <a:folHlink>
        <a:srgbClr val="FF9B72"/>
      </a:folHlink>
    </a:clrScheme>
    <a:fontScheme name="Planet_Khand-Jura">
      <a:majorFont>
        <a:latin typeface="Khand"/>
        <a:ea typeface=""/>
        <a:cs typeface=""/>
      </a:majorFont>
      <a:minorFont>
        <a:latin typeface="Jur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ETS_Original_Theme" id="{7CE5475D-1EE3-4200-AC12-72FF52D9E32B}" vid="{809F508F-2513-403E-9DBE-D9A8692FDC0B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PLANETS_Original_Theme</Template>
  <TotalTime>16178</TotalTime>
  <Words>367</Words>
  <Application>Microsoft Office PowerPoint</Application>
  <PresentationFormat>Custom</PresentationFormat>
  <Paragraphs>65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fontello</vt:lpstr>
      <vt:lpstr>Jura</vt:lpstr>
      <vt:lpstr>Khand</vt:lpstr>
      <vt:lpstr>Open Sans</vt:lpstr>
      <vt:lpstr>PLANETS_Original_Theme</vt:lpstr>
      <vt:lpstr>PowerPoint Presentation</vt:lpstr>
      <vt:lpstr>PowerPoint Presentation</vt:lpstr>
      <vt:lpstr>PowerPoint Presentation</vt:lpstr>
      <vt:lpstr>Arhitektura rješenja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isakoff</dc:creator>
  <cp:lastModifiedBy>Josip Smoljić</cp:lastModifiedBy>
  <cp:revision>1203</cp:revision>
  <dcterms:created xsi:type="dcterms:W3CDTF">2016-08-03T18:01:43Z</dcterms:created>
  <dcterms:modified xsi:type="dcterms:W3CDTF">2026-01-13T20:32:50Z</dcterms:modified>
</cp:coreProperties>
</file>